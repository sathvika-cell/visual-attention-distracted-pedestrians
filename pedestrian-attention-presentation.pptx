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34"/>
  </p:notesMasterIdLst>
  <p:sldIdLst>
    <p:sldId id="262" r:id="rId2"/>
    <p:sldId id="305" r:id="rId3"/>
    <p:sldId id="269" r:id="rId4"/>
    <p:sldId id="268" r:id="rId5"/>
    <p:sldId id="273" r:id="rId6"/>
    <p:sldId id="278" r:id="rId7"/>
    <p:sldId id="271" r:id="rId8"/>
    <p:sldId id="279" r:id="rId9"/>
    <p:sldId id="284" r:id="rId10"/>
    <p:sldId id="282" r:id="rId11"/>
    <p:sldId id="283" r:id="rId12"/>
    <p:sldId id="274" r:id="rId13"/>
    <p:sldId id="272" r:id="rId14"/>
    <p:sldId id="276" r:id="rId15"/>
    <p:sldId id="270" r:id="rId16"/>
    <p:sldId id="285" r:id="rId17"/>
    <p:sldId id="286" r:id="rId18"/>
    <p:sldId id="287" r:id="rId19"/>
    <p:sldId id="288" r:id="rId20"/>
    <p:sldId id="289" r:id="rId21"/>
    <p:sldId id="290" r:id="rId22"/>
    <p:sldId id="297" r:id="rId23"/>
    <p:sldId id="303" r:id="rId24"/>
    <p:sldId id="291" r:id="rId25"/>
    <p:sldId id="292" r:id="rId26"/>
    <p:sldId id="298" r:id="rId27"/>
    <p:sldId id="301" r:id="rId28"/>
    <p:sldId id="302" r:id="rId29"/>
    <p:sldId id="304" r:id="rId30"/>
    <p:sldId id="299" r:id="rId31"/>
    <p:sldId id="300" r:id="rId32"/>
    <p:sldId id="266" r:id="rId33"/>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FFFFFF"/>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90784A-927C-7B7C-31E2-D1506715B193}" v="238" dt="2025-05-19T05:56:30.590"/>
    <p1510:client id="{457853B1-ECC5-88E7-6953-53CD67AB7BA3}" v="229" dt="2025-05-18T20:51:53.270"/>
    <p1510:client id="{57CFDA64-3A11-A2EF-7971-C8674A8C3144}" v="5" dt="2025-05-19T05:58:11.903"/>
    <p1510:client id="{8C02776E-BC0B-4EAF-B7F4-7006AAE2B947}" v="621" dt="2025-05-19T07:25:40.458"/>
    <p1510:client id="{8C6693C3-6A20-0C24-BE6F-2F63D30A0778}" v="1" dt="2025-05-19T05:51:34.659"/>
    <p1510:client id="{C4FF312D-DEFF-A86A-39D1-C6CC22A24F66}" v="2" dt="2025-05-18T17:59:33.012"/>
    <p1510:client id="{C70DFF7A-D5F8-EDF0-31DC-AC8C5E8DA8D7}" v="43" dt="2025-05-19T05:45:51.731"/>
    <p1510:client id="{CE9D171A-9CBB-201A-3616-440816438267}" v="27" dt="2025-05-18T18:18:00.041"/>
    <p1510:client id="{DBCB5742-A150-49AB-4774-BE1B6B33AEA7}" v="9" dt="2025-05-19T04:53:02.930"/>
    <p1510:client id="{F2209F86-B323-9678-5FC9-452E0BEB039A}" v="15" dt="2025-05-19T06:15:26.9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82" d="100"/>
          <a:sy n="82" d="100"/>
        </p:scale>
        <p:origin x="1459" y="3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C524F48-FAF5-4D4B-8E84-22DF2EF6B6E0}"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en-IN"/>
        </a:p>
      </dgm:t>
    </dgm:pt>
    <dgm:pt modelId="{7F14B7E6-E76C-4A48-A3CA-3AC800304A4D}">
      <dgm:prSet phldrT="[Text]"/>
      <dgm:spPr/>
      <dgm:t>
        <a:bodyPr/>
        <a:lstStyle/>
        <a:p>
          <a:pPr algn="ctr"/>
          <a:r>
            <a:rPr lang="en-IN" dirty="0">
              <a:latin typeface="Times New Roman" panose="02020603050405020304" pitchFamily="18" charset="0"/>
              <a:cs typeface="Times New Roman" panose="02020603050405020304" pitchFamily="18" charset="0"/>
            </a:rPr>
            <a:t>Person</a:t>
          </a:r>
        </a:p>
      </dgm:t>
    </dgm:pt>
    <dgm:pt modelId="{280A4D70-EC3C-4D8D-A2E0-016FEA5383FC}" type="parTrans" cxnId="{B6A43E5C-2268-4179-B8FE-9E9075ED184E}">
      <dgm:prSet/>
      <dgm:spPr/>
      <dgm:t>
        <a:bodyPr/>
        <a:lstStyle/>
        <a:p>
          <a:pPr algn="ctr"/>
          <a:endParaRPr lang="en-IN"/>
        </a:p>
      </dgm:t>
    </dgm:pt>
    <dgm:pt modelId="{EAFAD42B-55CA-459C-8550-D8C1D030C6EF}" type="sibTrans" cxnId="{B6A43E5C-2268-4179-B8FE-9E9075ED184E}">
      <dgm:prSet/>
      <dgm:spPr/>
      <dgm:t>
        <a:bodyPr/>
        <a:lstStyle/>
        <a:p>
          <a:pPr algn="ctr"/>
          <a:endParaRPr lang="en-IN"/>
        </a:p>
      </dgm:t>
    </dgm:pt>
    <dgm:pt modelId="{BEDFC413-3595-43B7-88B7-B631DB2BDCC5}">
      <dgm:prSet phldrT="[Text]"/>
      <dgm:spPr/>
      <dgm:t>
        <a:bodyPr/>
        <a:lstStyle/>
        <a:p>
          <a:pPr algn="ctr"/>
          <a:r>
            <a:rPr lang="en-IN" dirty="0">
              <a:latin typeface="Times New Roman" panose="02020603050405020304" pitchFamily="18" charset="0"/>
              <a:cs typeface="Times New Roman" panose="02020603050405020304" pitchFamily="18" charset="0"/>
            </a:rPr>
            <a:t>IC</a:t>
          </a:r>
        </a:p>
      </dgm:t>
    </dgm:pt>
    <dgm:pt modelId="{01CFC2BE-ADD8-4D7A-9AB2-0D3B1D84A44F}" type="parTrans" cxnId="{521AC682-81A3-4792-A0FF-3C07AE3243BD}">
      <dgm:prSet/>
      <dgm:spPr/>
      <dgm:t>
        <a:bodyPr/>
        <a:lstStyle/>
        <a:p>
          <a:pPr algn="ctr"/>
          <a:endParaRPr lang="en-IN"/>
        </a:p>
      </dgm:t>
    </dgm:pt>
    <dgm:pt modelId="{2F7B88B5-8956-4859-B25C-3A6B56F318DB}" type="sibTrans" cxnId="{521AC682-81A3-4792-A0FF-3C07AE3243BD}">
      <dgm:prSet/>
      <dgm:spPr/>
      <dgm:t>
        <a:bodyPr/>
        <a:lstStyle/>
        <a:p>
          <a:pPr algn="ctr"/>
          <a:endParaRPr lang="en-IN"/>
        </a:p>
      </dgm:t>
    </dgm:pt>
    <dgm:pt modelId="{1423D6EC-50C7-48A0-A6CE-BA28EAB308CA}">
      <dgm:prSet phldrT="[Text]"/>
      <dgm:spPr/>
      <dgm:t>
        <a:bodyPr/>
        <a:lstStyle/>
        <a:p>
          <a:pPr algn="ctr"/>
          <a:r>
            <a:rPr lang="en-IN" dirty="0">
              <a:latin typeface="Times New Roman" panose="02020603050405020304" pitchFamily="18" charset="0"/>
              <a:cs typeface="Times New Roman" panose="02020603050405020304" pitchFamily="18" charset="0"/>
            </a:rPr>
            <a:t>NO_CM</a:t>
          </a:r>
        </a:p>
      </dgm:t>
    </dgm:pt>
    <dgm:pt modelId="{B7049BA6-18DF-431B-BC4B-D56635AE8D25}" type="parTrans" cxnId="{6B9693E2-ECA2-4024-812D-633BDC61958B}">
      <dgm:prSet/>
      <dgm:spPr/>
      <dgm:t>
        <a:bodyPr/>
        <a:lstStyle/>
        <a:p>
          <a:pPr algn="ctr"/>
          <a:endParaRPr lang="en-IN"/>
        </a:p>
      </dgm:t>
    </dgm:pt>
    <dgm:pt modelId="{45092E72-E125-4D9E-B791-C2C6CB21699D}" type="sibTrans" cxnId="{6B9693E2-ECA2-4024-812D-633BDC61958B}">
      <dgm:prSet/>
      <dgm:spPr/>
      <dgm:t>
        <a:bodyPr/>
        <a:lstStyle/>
        <a:p>
          <a:pPr algn="ctr"/>
          <a:endParaRPr lang="en-IN"/>
        </a:p>
      </dgm:t>
    </dgm:pt>
    <dgm:pt modelId="{9A2C9935-50A3-4C5B-8AB4-849DC3EDC386}">
      <dgm:prSet phldrT="[Text]"/>
      <dgm:spPr/>
      <dgm:t>
        <a:bodyPr/>
        <a:lstStyle/>
        <a:p>
          <a:pPr algn="ctr"/>
          <a:r>
            <a:rPr lang="en-IN" dirty="0">
              <a:latin typeface="Times New Roman" panose="02020603050405020304" pitchFamily="18" charset="0"/>
              <a:cs typeface="Times New Roman" panose="02020603050405020304" pitchFamily="18" charset="0"/>
            </a:rPr>
            <a:t>Baseline</a:t>
          </a:r>
        </a:p>
      </dgm:t>
    </dgm:pt>
    <dgm:pt modelId="{68030728-0736-4302-97D5-7B73A88ABD66}" type="parTrans" cxnId="{169971CA-FD5B-4179-99F0-64622CE4D835}">
      <dgm:prSet/>
      <dgm:spPr/>
      <dgm:t>
        <a:bodyPr/>
        <a:lstStyle/>
        <a:p>
          <a:pPr algn="ctr"/>
          <a:endParaRPr lang="en-IN"/>
        </a:p>
      </dgm:t>
    </dgm:pt>
    <dgm:pt modelId="{3920DBF6-9977-461E-B422-E7D56B53B3DB}" type="sibTrans" cxnId="{169971CA-FD5B-4179-99F0-64622CE4D835}">
      <dgm:prSet/>
      <dgm:spPr/>
      <dgm:t>
        <a:bodyPr/>
        <a:lstStyle/>
        <a:p>
          <a:pPr algn="ctr"/>
          <a:endParaRPr lang="en-IN"/>
        </a:p>
      </dgm:t>
    </dgm:pt>
    <dgm:pt modelId="{94BD03C5-62CC-4EC9-ACDB-774FADB564BE}">
      <dgm:prSet phldrT="[Text]"/>
      <dgm:spPr/>
      <dgm:t>
        <a:bodyPr/>
        <a:lstStyle/>
        <a:p>
          <a:pPr algn="ctr"/>
          <a:r>
            <a:rPr lang="en-IN" dirty="0">
              <a:latin typeface="Times New Roman" panose="02020603050405020304" pitchFamily="18" charset="0"/>
              <a:cs typeface="Times New Roman" panose="02020603050405020304" pitchFamily="18" charset="0"/>
            </a:rPr>
            <a:t>BB</a:t>
          </a:r>
        </a:p>
      </dgm:t>
    </dgm:pt>
    <dgm:pt modelId="{8CEEA4CD-7BDD-4049-8EBC-B279ED84B20F}" type="parTrans" cxnId="{4E3D43F6-15B2-415A-9CA0-26AF38772650}">
      <dgm:prSet/>
      <dgm:spPr/>
      <dgm:t>
        <a:bodyPr/>
        <a:lstStyle/>
        <a:p>
          <a:pPr algn="ctr"/>
          <a:endParaRPr lang="en-IN"/>
        </a:p>
      </dgm:t>
    </dgm:pt>
    <dgm:pt modelId="{56388B4E-7029-4C8B-9160-EDB283AE8CC2}" type="sibTrans" cxnId="{4E3D43F6-15B2-415A-9CA0-26AF38772650}">
      <dgm:prSet/>
      <dgm:spPr/>
      <dgm:t>
        <a:bodyPr/>
        <a:lstStyle/>
        <a:p>
          <a:pPr algn="ctr"/>
          <a:endParaRPr lang="en-IN"/>
        </a:p>
      </dgm:t>
    </dgm:pt>
    <dgm:pt modelId="{1E020509-19A3-415F-A359-31C651454F9B}">
      <dgm:prSet phldrT="[Text]"/>
      <dgm:spPr/>
      <dgm:t>
        <a:bodyPr/>
        <a:lstStyle/>
        <a:p>
          <a:pPr algn="ctr"/>
          <a:r>
            <a:rPr lang="en-IN" dirty="0">
              <a:latin typeface="Times New Roman" panose="02020603050405020304" pitchFamily="18" charset="0"/>
              <a:cs typeface="Times New Roman" panose="02020603050405020304" pitchFamily="18" charset="0"/>
            </a:rPr>
            <a:t>LM </a:t>
          </a:r>
        </a:p>
      </dgm:t>
    </dgm:pt>
    <dgm:pt modelId="{6B32009A-9E2A-4509-B36D-692B68E57C44}" type="parTrans" cxnId="{A92297DE-218D-4A01-9E18-96EF8CB84712}">
      <dgm:prSet/>
      <dgm:spPr/>
      <dgm:t>
        <a:bodyPr/>
        <a:lstStyle/>
        <a:p>
          <a:pPr algn="ctr"/>
          <a:endParaRPr lang="en-IN"/>
        </a:p>
      </dgm:t>
    </dgm:pt>
    <dgm:pt modelId="{FFC99560-4CAC-40B6-9F31-2F3B462704E0}" type="sibTrans" cxnId="{A92297DE-218D-4A01-9E18-96EF8CB84712}">
      <dgm:prSet/>
      <dgm:spPr/>
      <dgm:t>
        <a:bodyPr/>
        <a:lstStyle/>
        <a:p>
          <a:pPr algn="ctr"/>
          <a:endParaRPr lang="en-IN"/>
        </a:p>
      </dgm:t>
    </dgm:pt>
    <dgm:pt modelId="{59E20A7D-5FE1-44D6-B94F-62FAD5859AAD}">
      <dgm:prSet phldrT="[Text]"/>
      <dgm:spPr/>
      <dgm:t>
        <a:bodyPr/>
        <a:lstStyle/>
        <a:p>
          <a:pPr algn="ctr"/>
          <a:r>
            <a:rPr lang="en-IN" dirty="0">
              <a:latin typeface="Times New Roman" panose="02020603050405020304" pitchFamily="18" charset="0"/>
              <a:cs typeface="Times New Roman" panose="02020603050405020304" pitchFamily="18" charset="0"/>
            </a:rPr>
            <a:t>2W</a:t>
          </a:r>
        </a:p>
      </dgm:t>
    </dgm:pt>
    <dgm:pt modelId="{CED7BA73-A22A-4A73-B3D6-F562EF58B926}" type="parTrans" cxnId="{F068374E-6AE7-4B40-8891-3FEE76575F2D}">
      <dgm:prSet/>
      <dgm:spPr/>
      <dgm:t>
        <a:bodyPr/>
        <a:lstStyle/>
        <a:p>
          <a:pPr algn="ctr"/>
          <a:endParaRPr lang="en-IN"/>
        </a:p>
      </dgm:t>
    </dgm:pt>
    <dgm:pt modelId="{53A98B98-9B9D-4B47-BC28-0C54F60EA998}" type="sibTrans" cxnId="{F068374E-6AE7-4B40-8891-3FEE76575F2D}">
      <dgm:prSet/>
      <dgm:spPr/>
      <dgm:t>
        <a:bodyPr/>
        <a:lstStyle/>
        <a:p>
          <a:pPr algn="ctr"/>
          <a:endParaRPr lang="en-IN"/>
        </a:p>
      </dgm:t>
    </dgm:pt>
    <dgm:pt modelId="{F85C94EE-1A86-4D26-95E3-2679DE4F7C84}">
      <dgm:prSet phldrT="[Text]"/>
      <dgm:spPr/>
      <dgm:t>
        <a:bodyPr/>
        <a:lstStyle/>
        <a:p>
          <a:pPr algn="ctr"/>
          <a:r>
            <a:rPr lang="en-IN" dirty="0">
              <a:latin typeface="Times New Roman" panose="02020603050405020304" pitchFamily="18" charset="0"/>
              <a:cs typeface="Times New Roman" panose="02020603050405020304" pitchFamily="18" charset="0"/>
            </a:rPr>
            <a:t>4W</a:t>
          </a:r>
        </a:p>
      </dgm:t>
    </dgm:pt>
    <dgm:pt modelId="{9BB5642B-5B69-4797-B9C1-7CF671469DD4}" type="parTrans" cxnId="{2A4F0B2C-8F12-4DDA-97FB-F2C4227EA28C}">
      <dgm:prSet/>
      <dgm:spPr/>
      <dgm:t>
        <a:bodyPr/>
        <a:lstStyle/>
        <a:p>
          <a:pPr algn="ctr"/>
          <a:endParaRPr lang="en-IN"/>
        </a:p>
      </dgm:t>
    </dgm:pt>
    <dgm:pt modelId="{4D08BEC1-3C1C-48F8-9BFE-16B8097C2230}" type="sibTrans" cxnId="{2A4F0B2C-8F12-4DDA-97FB-F2C4227EA28C}">
      <dgm:prSet/>
      <dgm:spPr/>
      <dgm:t>
        <a:bodyPr/>
        <a:lstStyle/>
        <a:p>
          <a:pPr algn="ctr"/>
          <a:endParaRPr lang="en-IN"/>
        </a:p>
      </dgm:t>
    </dgm:pt>
    <dgm:pt modelId="{F48F742C-0B95-4DF1-BEEB-A5CD75176083}">
      <dgm:prSet phldrT="[Text]"/>
      <dgm:spPr/>
      <dgm:t>
        <a:bodyPr/>
        <a:lstStyle/>
        <a:p>
          <a:pPr algn="ctr"/>
          <a:r>
            <a:rPr lang="en-IN" dirty="0">
              <a:latin typeface="Times New Roman" panose="02020603050405020304" pitchFamily="18" charset="0"/>
              <a:cs typeface="Times New Roman" panose="02020603050405020304" pitchFamily="18" charset="0"/>
            </a:rPr>
            <a:t>HV</a:t>
          </a:r>
        </a:p>
      </dgm:t>
    </dgm:pt>
    <dgm:pt modelId="{BF4DD632-59F7-4C3E-9EF8-53E8852C6E3E}" type="parTrans" cxnId="{65D849A4-BCE4-4433-8004-75930275B630}">
      <dgm:prSet/>
      <dgm:spPr/>
      <dgm:t>
        <a:bodyPr/>
        <a:lstStyle/>
        <a:p>
          <a:pPr algn="ctr"/>
          <a:endParaRPr lang="en-IN"/>
        </a:p>
      </dgm:t>
    </dgm:pt>
    <dgm:pt modelId="{EDD87B09-4B38-4473-9C47-92A62A267C3C}" type="sibTrans" cxnId="{65D849A4-BCE4-4433-8004-75930275B630}">
      <dgm:prSet/>
      <dgm:spPr/>
      <dgm:t>
        <a:bodyPr/>
        <a:lstStyle/>
        <a:p>
          <a:pPr algn="ctr"/>
          <a:endParaRPr lang="en-IN"/>
        </a:p>
      </dgm:t>
    </dgm:pt>
    <dgm:pt modelId="{1AE673CB-1675-40E1-8020-AB8E4030E8CF}">
      <dgm:prSet phldrT="[Text]"/>
      <dgm:spPr/>
      <dgm:t>
        <a:bodyPr/>
        <a:lstStyle/>
        <a:p>
          <a:pPr algn="ctr"/>
          <a:r>
            <a:rPr lang="en-IN" dirty="0">
              <a:latin typeface="Times New Roman" panose="02020603050405020304" pitchFamily="18" charset="0"/>
              <a:cs typeface="Times New Roman" panose="02020603050405020304" pitchFamily="18" charset="0"/>
            </a:rPr>
            <a:t>IR</a:t>
          </a:r>
        </a:p>
      </dgm:t>
    </dgm:pt>
    <dgm:pt modelId="{595F939C-95B7-4DDC-B4E9-C6E8B1ECDE39}" type="parTrans" cxnId="{0A238C70-8889-471C-B1E3-0C870C95E8A5}">
      <dgm:prSet/>
      <dgm:spPr/>
      <dgm:t>
        <a:bodyPr/>
        <a:lstStyle/>
        <a:p>
          <a:pPr algn="ctr"/>
          <a:endParaRPr lang="en-IN"/>
        </a:p>
      </dgm:t>
    </dgm:pt>
    <dgm:pt modelId="{555D49C0-3712-4322-AE2F-3913D05EE9DE}" type="sibTrans" cxnId="{0A238C70-8889-471C-B1E3-0C870C95E8A5}">
      <dgm:prSet/>
      <dgm:spPr/>
      <dgm:t>
        <a:bodyPr/>
        <a:lstStyle/>
        <a:p>
          <a:pPr algn="ctr"/>
          <a:endParaRPr lang="en-IN"/>
        </a:p>
      </dgm:t>
    </dgm:pt>
    <dgm:pt modelId="{FA3304A5-9A4E-44C7-B115-8F5A52008482}">
      <dgm:prSet phldrT="[Text]"/>
      <dgm:spPr/>
      <dgm:t>
        <a:bodyPr/>
        <a:lstStyle/>
        <a:p>
          <a:pPr algn="ctr"/>
          <a:r>
            <a:rPr lang="en-IN" dirty="0">
              <a:latin typeface="Times New Roman" panose="02020603050405020304" pitchFamily="18" charset="0"/>
              <a:cs typeface="Times New Roman" panose="02020603050405020304" pitchFamily="18" charset="0"/>
            </a:rPr>
            <a:t>REM</a:t>
          </a:r>
        </a:p>
      </dgm:t>
    </dgm:pt>
    <dgm:pt modelId="{C82525AF-AD66-4310-871D-284C710107D7}" type="parTrans" cxnId="{81EC0B0A-BDD2-4DD8-90B0-AAEC19A61B8C}">
      <dgm:prSet/>
      <dgm:spPr/>
      <dgm:t>
        <a:bodyPr/>
        <a:lstStyle/>
        <a:p>
          <a:pPr algn="ctr"/>
          <a:endParaRPr lang="en-IN"/>
        </a:p>
      </dgm:t>
    </dgm:pt>
    <dgm:pt modelId="{7C5CBA3F-ED37-4C39-9C92-C096D34465AD}" type="sibTrans" cxnId="{81EC0B0A-BDD2-4DD8-90B0-AAEC19A61B8C}">
      <dgm:prSet/>
      <dgm:spPr/>
      <dgm:t>
        <a:bodyPr/>
        <a:lstStyle/>
        <a:p>
          <a:pPr algn="ctr"/>
          <a:endParaRPr lang="en-IN"/>
        </a:p>
      </dgm:t>
    </dgm:pt>
    <dgm:pt modelId="{B2389ACC-DAA1-4442-9155-943F96DB62D3}">
      <dgm:prSet phldrT="[Text]"/>
      <dgm:spPr/>
      <dgm:t>
        <a:bodyPr/>
        <a:lstStyle/>
        <a:p>
          <a:pPr algn="ctr"/>
          <a:r>
            <a:rPr lang="en-IN" dirty="0">
              <a:latin typeface="Times New Roman" panose="02020603050405020304" pitchFamily="18" charset="0"/>
              <a:cs typeface="Times New Roman" panose="02020603050405020304" pitchFamily="18" charset="0"/>
            </a:rPr>
            <a:t>TXT</a:t>
          </a:r>
        </a:p>
      </dgm:t>
    </dgm:pt>
    <dgm:pt modelId="{239C6107-B63F-4693-A305-088BCEBFDF53}" type="parTrans" cxnId="{C725BA1B-8216-4EF5-8013-04D128BB674C}">
      <dgm:prSet/>
      <dgm:spPr/>
      <dgm:t>
        <a:bodyPr/>
        <a:lstStyle/>
        <a:p>
          <a:pPr algn="ctr"/>
          <a:endParaRPr lang="en-IN"/>
        </a:p>
      </dgm:t>
    </dgm:pt>
    <dgm:pt modelId="{CADB0A3A-B1A0-45CA-B629-3A82018B8D7B}" type="sibTrans" cxnId="{C725BA1B-8216-4EF5-8013-04D128BB674C}">
      <dgm:prSet/>
      <dgm:spPr/>
      <dgm:t>
        <a:bodyPr/>
        <a:lstStyle/>
        <a:p>
          <a:pPr algn="ctr"/>
          <a:endParaRPr lang="en-IN"/>
        </a:p>
      </dgm:t>
    </dgm:pt>
    <dgm:pt modelId="{BBF366F3-DD2B-4FB3-9429-C47F1D2DAB0D}">
      <dgm:prSet phldrT="[Text]"/>
      <dgm:spPr/>
      <dgm:t>
        <a:bodyPr/>
        <a:lstStyle/>
        <a:p>
          <a:pPr algn="ctr"/>
          <a:r>
            <a:rPr lang="en-IN" dirty="0">
              <a:latin typeface="Times New Roman" panose="02020603050405020304" pitchFamily="18" charset="0"/>
              <a:cs typeface="Times New Roman" panose="02020603050405020304" pitchFamily="18" charset="0"/>
            </a:rPr>
            <a:t>TLK</a:t>
          </a:r>
        </a:p>
      </dgm:t>
    </dgm:pt>
    <dgm:pt modelId="{22BDD334-F8D4-402C-A877-BD199EF01F8D}" type="parTrans" cxnId="{D443B0C4-3C41-4595-A3AF-0594272DCD57}">
      <dgm:prSet/>
      <dgm:spPr/>
      <dgm:t>
        <a:bodyPr/>
        <a:lstStyle/>
        <a:p>
          <a:pPr algn="ctr"/>
          <a:endParaRPr lang="en-IN"/>
        </a:p>
      </dgm:t>
    </dgm:pt>
    <dgm:pt modelId="{5D46DD3D-5F64-47D8-84D4-AAE878511612}" type="sibTrans" cxnId="{D443B0C4-3C41-4595-A3AF-0594272DCD57}">
      <dgm:prSet/>
      <dgm:spPr/>
      <dgm:t>
        <a:bodyPr/>
        <a:lstStyle/>
        <a:p>
          <a:pPr algn="ctr"/>
          <a:endParaRPr lang="en-IN"/>
        </a:p>
      </dgm:t>
    </dgm:pt>
    <dgm:pt modelId="{F389C83D-F1BB-484F-A5D5-6AC4BF5D7019}" type="pres">
      <dgm:prSet presAssocID="{1C524F48-FAF5-4D4B-8E84-22DF2EF6B6E0}" presName="mainComposite" presStyleCnt="0">
        <dgm:presLayoutVars>
          <dgm:chPref val="1"/>
          <dgm:dir/>
          <dgm:animOne val="branch"/>
          <dgm:animLvl val="lvl"/>
          <dgm:resizeHandles val="exact"/>
        </dgm:presLayoutVars>
      </dgm:prSet>
      <dgm:spPr/>
    </dgm:pt>
    <dgm:pt modelId="{F4EB45D8-6DEC-484A-AA19-4A8EA356100A}" type="pres">
      <dgm:prSet presAssocID="{1C524F48-FAF5-4D4B-8E84-22DF2EF6B6E0}" presName="hierFlow" presStyleCnt="0"/>
      <dgm:spPr/>
    </dgm:pt>
    <dgm:pt modelId="{C576D851-5CB9-4631-A69C-69B70C31F776}" type="pres">
      <dgm:prSet presAssocID="{1C524F48-FAF5-4D4B-8E84-22DF2EF6B6E0}" presName="hierChild1" presStyleCnt="0">
        <dgm:presLayoutVars>
          <dgm:chPref val="1"/>
          <dgm:animOne val="branch"/>
          <dgm:animLvl val="lvl"/>
        </dgm:presLayoutVars>
      </dgm:prSet>
      <dgm:spPr/>
    </dgm:pt>
    <dgm:pt modelId="{52BE3743-781E-45A3-ADFB-2C3DC653D3A0}" type="pres">
      <dgm:prSet presAssocID="{7F14B7E6-E76C-4A48-A3CA-3AC800304A4D}" presName="Name14" presStyleCnt="0"/>
      <dgm:spPr/>
    </dgm:pt>
    <dgm:pt modelId="{72D03A99-9E69-4BC0-B20C-02602BC746D8}" type="pres">
      <dgm:prSet presAssocID="{7F14B7E6-E76C-4A48-A3CA-3AC800304A4D}" presName="level1Shape" presStyleLbl="node0" presStyleIdx="0" presStyleCnt="1">
        <dgm:presLayoutVars>
          <dgm:chPref val="3"/>
        </dgm:presLayoutVars>
      </dgm:prSet>
      <dgm:spPr/>
    </dgm:pt>
    <dgm:pt modelId="{AE33F0D2-49DC-4489-9AE7-5CFFA15D16CC}" type="pres">
      <dgm:prSet presAssocID="{7F14B7E6-E76C-4A48-A3CA-3AC800304A4D}" presName="hierChild2" presStyleCnt="0"/>
      <dgm:spPr/>
    </dgm:pt>
    <dgm:pt modelId="{4098A033-569C-4256-B67A-EC6069CF1C60}" type="pres">
      <dgm:prSet presAssocID="{01CFC2BE-ADD8-4D7A-9AB2-0D3B1D84A44F}" presName="Name19" presStyleLbl="parChTrans1D2" presStyleIdx="0" presStyleCnt="2"/>
      <dgm:spPr/>
    </dgm:pt>
    <dgm:pt modelId="{4BD48F71-35FF-4656-9655-447F57438FD5}" type="pres">
      <dgm:prSet presAssocID="{BEDFC413-3595-43B7-88B7-B631DB2BDCC5}" presName="Name21" presStyleCnt="0"/>
      <dgm:spPr/>
    </dgm:pt>
    <dgm:pt modelId="{E0D059EE-F28A-44F9-8B92-28AF09965ADD}" type="pres">
      <dgm:prSet presAssocID="{BEDFC413-3595-43B7-88B7-B631DB2BDCC5}" presName="level2Shape" presStyleLbl="node2" presStyleIdx="0" presStyleCnt="2"/>
      <dgm:spPr/>
    </dgm:pt>
    <dgm:pt modelId="{4BC6B4BD-185A-4270-A6C2-B990528BFDC1}" type="pres">
      <dgm:prSet presAssocID="{BEDFC413-3595-43B7-88B7-B631DB2BDCC5}" presName="hierChild3" presStyleCnt="0"/>
      <dgm:spPr/>
    </dgm:pt>
    <dgm:pt modelId="{C9E5B690-B809-4541-ACA1-5932F4CD236F}" type="pres">
      <dgm:prSet presAssocID="{68030728-0736-4302-97D5-7B73A88ABD66}" presName="Name19" presStyleLbl="parChTrans1D3" presStyleIdx="0" presStyleCnt="5"/>
      <dgm:spPr/>
    </dgm:pt>
    <dgm:pt modelId="{F358F798-DE2C-42EB-BA77-F58E5D0A8E97}" type="pres">
      <dgm:prSet presAssocID="{9A2C9935-50A3-4C5B-8AB4-849DC3EDC386}" presName="Name21" presStyleCnt="0"/>
      <dgm:spPr/>
    </dgm:pt>
    <dgm:pt modelId="{831BADE5-B4C9-4579-A351-DBFE30B6FD8D}" type="pres">
      <dgm:prSet presAssocID="{9A2C9935-50A3-4C5B-8AB4-849DC3EDC386}" presName="level2Shape" presStyleLbl="node3" presStyleIdx="0" presStyleCnt="5"/>
      <dgm:spPr/>
    </dgm:pt>
    <dgm:pt modelId="{44165B3C-49E1-4382-8A83-A2F1BD87081F}" type="pres">
      <dgm:prSet presAssocID="{9A2C9935-50A3-4C5B-8AB4-849DC3EDC386}" presName="hierChild3" presStyleCnt="0"/>
      <dgm:spPr/>
    </dgm:pt>
    <dgm:pt modelId="{281CF2C7-86C3-41CF-8C26-3FE52C17B3D8}" type="pres">
      <dgm:prSet presAssocID="{8CEEA4CD-7BDD-4049-8EBC-B279ED84B20F}" presName="Name19" presStyleLbl="parChTrans1D3" presStyleIdx="1" presStyleCnt="5"/>
      <dgm:spPr/>
    </dgm:pt>
    <dgm:pt modelId="{B3C70815-8CDD-4707-A320-D5F7BCD16A5E}" type="pres">
      <dgm:prSet presAssocID="{94BD03C5-62CC-4EC9-ACDB-774FADB564BE}" presName="Name21" presStyleCnt="0"/>
      <dgm:spPr/>
    </dgm:pt>
    <dgm:pt modelId="{50BF2491-C5C9-4B8E-A75A-F5770D05BAC5}" type="pres">
      <dgm:prSet presAssocID="{94BD03C5-62CC-4EC9-ACDB-774FADB564BE}" presName="level2Shape" presStyleLbl="node3" presStyleIdx="1" presStyleCnt="5"/>
      <dgm:spPr/>
    </dgm:pt>
    <dgm:pt modelId="{DB03F9DA-C050-4DEF-A03B-A01F78EFD1FD}" type="pres">
      <dgm:prSet presAssocID="{94BD03C5-62CC-4EC9-ACDB-774FADB564BE}" presName="hierChild3" presStyleCnt="0"/>
      <dgm:spPr/>
    </dgm:pt>
    <dgm:pt modelId="{AD154E38-403C-4F10-8F8E-B03B013D6A0A}" type="pres">
      <dgm:prSet presAssocID="{6B32009A-9E2A-4509-B36D-692B68E57C44}" presName="Name19" presStyleLbl="parChTrans1D3" presStyleIdx="2" presStyleCnt="5"/>
      <dgm:spPr/>
    </dgm:pt>
    <dgm:pt modelId="{71470DE8-402D-4DD1-9CCB-03EC1ED5B3DD}" type="pres">
      <dgm:prSet presAssocID="{1E020509-19A3-415F-A359-31C651454F9B}" presName="Name21" presStyleCnt="0"/>
      <dgm:spPr/>
    </dgm:pt>
    <dgm:pt modelId="{20D7F46B-C94F-473E-90A0-D177CFAFEE8D}" type="pres">
      <dgm:prSet presAssocID="{1E020509-19A3-415F-A359-31C651454F9B}" presName="level2Shape" presStyleLbl="node3" presStyleIdx="2" presStyleCnt="5"/>
      <dgm:spPr/>
    </dgm:pt>
    <dgm:pt modelId="{0518422C-DBA3-4E39-9DA4-647B5EB8687E}" type="pres">
      <dgm:prSet presAssocID="{1E020509-19A3-415F-A359-31C651454F9B}" presName="hierChild3" presStyleCnt="0"/>
      <dgm:spPr/>
    </dgm:pt>
    <dgm:pt modelId="{910342C6-FFD7-41FD-A637-E953514D36B6}" type="pres">
      <dgm:prSet presAssocID="{CED7BA73-A22A-4A73-B3D6-F562EF58B926}" presName="Name19" presStyleLbl="parChTrans1D4" presStyleIdx="0" presStyleCnt="5"/>
      <dgm:spPr/>
    </dgm:pt>
    <dgm:pt modelId="{2884C90A-FE5B-4360-8CA1-A8002D6ED6F8}" type="pres">
      <dgm:prSet presAssocID="{59E20A7D-5FE1-44D6-B94F-62FAD5859AAD}" presName="Name21" presStyleCnt="0"/>
      <dgm:spPr/>
    </dgm:pt>
    <dgm:pt modelId="{E98EC8B6-56AF-4323-B2F2-0B27AFB3D6B6}" type="pres">
      <dgm:prSet presAssocID="{59E20A7D-5FE1-44D6-B94F-62FAD5859AAD}" presName="level2Shape" presStyleLbl="node4" presStyleIdx="0" presStyleCnt="5"/>
      <dgm:spPr/>
    </dgm:pt>
    <dgm:pt modelId="{4C3A431F-91CB-4738-B2B7-A17AB66375C4}" type="pres">
      <dgm:prSet presAssocID="{59E20A7D-5FE1-44D6-B94F-62FAD5859AAD}" presName="hierChild3" presStyleCnt="0"/>
      <dgm:spPr/>
    </dgm:pt>
    <dgm:pt modelId="{3E8586B6-FD00-4998-B111-1FF1568995D7}" type="pres">
      <dgm:prSet presAssocID="{9BB5642B-5B69-4797-B9C1-7CF671469DD4}" presName="Name19" presStyleLbl="parChTrans1D4" presStyleIdx="1" presStyleCnt="5"/>
      <dgm:spPr/>
    </dgm:pt>
    <dgm:pt modelId="{75995C8A-2C8E-4297-9C2A-0CFD7D30C8DF}" type="pres">
      <dgm:prSet presAssocID="{F85C94EE-1A86-4D26-95E3-2679DE4F7C84}" presName="Name21" presStyleCnt="0"/>
      <dgm:spPr/>
    </dgm:pt>
    <dgm:pt modelId="{E50CE042-A1AA-4B28-B583-C13DE330E221}" type="pres">
      <dgm:prSet presAssocID="{F85C94EE-1A86-4D26-95E3-2679DE4F7C84}" presName="level2Shape" presStyleLbl="node4" presStyleIdx="1" presStyleCnt="5"/>
      <dgm:spPr/>
    </dgm:pt>
    <dgm:pt modelId="{718103E5-0A22-4CD2-A41C-0EF91B9023D7}" type="pres">
      <dgm:prSet presAssocID="{F85C94EE-1A86-4D26-95E3-2679DE4F7C84}" presName="hierChild3" presStyleCnt="0"/>
      <dgm:spPr/>
    </dgm:pt>
    <dgm:pt modelId="{6B97394E-6688-47B7-8C6D-147D6B873D1D}" type="pres">
      <dgm:prSet presAssocID="{BF4DD632-59F7-4C3E-9EF8-53E8852C6E3E}" presName="Name19" presStyleLbl="parChTrans1D4" presStyleIdx="2" presStyleCnt="5"/>
      <dgm:spPr/>
    </dgm:pt>
    <dgm:pt modelId="{9B255222-F697-494D-B5D5-C3829909970F}" type="pres">
      <dgm:prSet presAssocID="{F48F742C-0B95-4DF1-BEEB-A5CD75176083}" presName="Name21" presStyleCnt="0"/>
      <dgm:spPr/>
    </dgm:pt>
    <dgm:pt modelId="{82019D37-B87D-4A47-8D9B-21E116572A63}" type="pres">
      <dgm:prSet presAssocID="{F48F742C-0B95-4DF1-BEEB-A5CD75176083}" presName="level2Shape" presStyleLbl="node4" presStyleIdx="2" presStyleCnt="5"/>
      <dgm:spPr/>
    </dgm:pt>
    <dgm:pt modelId="{D34D0907-F7BA-4EB5-B1F8-EF3BF4D84488}" type="pres">
      <dgm:prSet presAssocID="{F48F742C-0B95-4DF1-BEEB-A5CD75176083}" presName="hierChild3" presStyleCnt="0"/>
      <dgm:spPr/>
    </dgm:pt>
    <dgm:pt modelId="{153AA296-5A0B-4CBB-8C77-6CD7B9E5BFAF}" type="pres">
      <dgm:prSet presAssocID="{595F939C-95B7-4DDC-B4E9-C6E8B1ECDE39}" presName="Name19" presStyleLbl="parChTrans1D4" presStyleIdx="3" presStyleCnt="5"/>
      <dgm:spPr/>
    </dgm:pt>
    <dgm:pt modelId="{ADB9CFDB-07A9-44F4-A1FA-0EB887A20EC2}" type="pres">
      <dgm:prSet presAssocID="{1AE673CB-1675-40E1-8020-AB8E4030E8CF}" presName="Name21" presStyleCnt="0"/>
      <dgm:spPr/>
    </dgm:pt>
    <dgm:pt modelId="{506FAF49-7E3C-45EF-8EDD-399DA4A5CB79}" type="pres">
      <dgm:prSet presAssocID="{1AE673CB-1675-40E1-8020-AB8E4030E8CF}" presName="level2Shape" presStyleLbl="node4" presStyleIdx="3" presStyleCnt="5"/>
      <dgm:spPr/>
    </dgm:pt>
    <dgm:pt modelId="{2A58446C-7B86-4E8B-9CE7-39F7808E27F7}" type="pres">
      <dgm:prSet presAssocID="{1AE673CB-1675-40E1-8020-AB8E4030E8CF}" presName="hierChild3" presStyleCnt="0"/>
      <dgm:spPr/>
    </dgm:pt>
    <dgm:pt modelId="{BB0F706C-EDBF-4C23-B4B3-520DF6927608}" type="pres">
      <dgm:prSet presAssocID="{C82525AF-AD66-4310-871D-284C710107D7}" presName="Name19" presStyleLbl="parChTrans1D4" presStyleIdx="4" presStyleCnt="5"/>
      <dgm:spPr/>
    </dgm:pt>
    <dgm:pt modelId="{8EBA146B-24D7-4900-AF7B-FDC6C55FCDF8}" type="pres">
      <dgm:prSet presAssocID="{FA3304A5-9A4E-44C7-B115-8F5A52008482}" presName="Name21" presStyleCnt="0"/>
      <dgm:spPr/>
    </dgm:pt>
    <dgm:pt modelId="{237B4291-1212-4D9C-A94F-B370588F0BB0}" type="pres">
      <dgm:prSet presAssocID="{FA3304A5-9A4E-44C7-B115-8F5A52008482}" presName="level2Shape" presStyleLbl="node4" presStyleIdx="4" presStyleCnt="5"/>
      <dgm:spPr/>
    </dgm:pt>
    <dgm:pt modelId="{DF162428-5509-4A46-9FEF-4F4B4CC55D7F}" type="pres">
      <dgm:prSet presAssocID="{FA3304A5-9A4E-44C7-B115-8F5A52008482}" presName="hierChild3" presStyleCnt="0"/>
      <dgm:spPr/>
    </dgm:pt>
    <dgm:pt modelId="{3B410126-D479-4CBD-A3E3-6FE28A82617D}" type="pres">
      <dgm:prSet presAssocID="{239C6107-B63F-4693-A305-088BCEBFDF53}" presName="Name19" presStyleLbl="parChTrans1D3" presStyleIdx="3" presStyleCnt="5"/>
      <dgm:spPr/>
    </dgm:pt>
    <dgm:pt modelId="{E5FBC2B0-C46F-44F5-B4CE-362DFF4C9341}" type="pres">
      <dgm:prSet presAssocID="{B2389ACC-DAA1-4442-9155-943F96DB62D3}" presName="Name21" presStyleCnt="0"/>
      <dgm:spPr/>
    </dgm:pt>
    <dgm:pt modelId="{FF310889-297C-404C-8CB6-CBB676517890}" type="pres">
      <dgm:prSet presAssocID="{B2389ACC-DAA1-4442-9155-943F96DB62D3}" presName="level2Shape" presStyleLbl="node3" presStyleIdx="3" presStyleCnt="5"/>
      <dgm:spPr/>
    </dgm:pt>
    <dgm:pt modelId="{23B304CF-F2DC-4D6A-90AA-2A5FA762E5A9}" type="pres">
      <dgm:prSet presAssocID="{B2389ACC-DAA1-4442-9155-943F96DB62D3}" presName="hierChild3" presStyleCnt="0"/>
      <dgm:spPr/>
    </dgm:pt>
    <dgm:pt modelId="{D37F1EB9-0839-4D17-8F37-97EC5A6D5CE6}" type="pres">
      <dgm:prSet presAssocID="{22BDD334-F8D4-402C-A877-BD199EF01F8D}" presName="Name19" presStyleLbl="parChTrans1D3" presStyleIdx="4" presStyleCnt="5"/>
      <dgm:spPr/>
    </dgm:pt>
    <dgm:pt modelId="{A1F9DF55-2280-4266-A2AC-0F6523988BE2}" type="pres">
      <dgm:prSet presAssocID="{BBF366F3-DD2B-4FB3-9429-C47F1D2DAB0D}" presName="Name21" presStyleCnt="0"/>
      <dgm:spPr/>
    </dgm:pt>
    <dgm:pt modelId="{DFE0F435-7791-4CFB-8C97-F3ABC9EFAD4E}" type="pres">
      <dgm:prSet presAssocID="{BBF366F3-DD2B-4FB3-9429-C47F1D2DAB0D}" presName="level2Shape" presStyleLbl="node3" presStyleIdx="4" presStyleCnt="5"/>
      <dgm:spPr/>
    </dgm:pt>
    <dgm:pt modelId="{A1465836-819A-4EB6-817C-A1F9107AB886}" type="pres">
      <dgm:prSet presAssocID="{BBF366F3-DD2B-4FB3-9429-C47F1D2DAB0D}" presName="hierChild3" presStyleCnt="0"/>
      <dgm:spPr/>
    </dgm:pt>
    <dgm:pt modelId="{11FC7828-91BD-4100-81C6-8336B5FB3B4A}" type="pres">
      <dgm:prSet presAssocID="{B7049BA6-18DF-431B-BC4B-D56635AE8D25}" presName="Name19" presStyleLbl="parChTrans1D2" presStyleIdx="1" presStyleCnt="2"/>
      <dgm:spPr/>
    </dgm:pt>
    <dgm:pt modelId="{FB37C8EF-613B-4985-991F-A31316465F90}" type="pres">
      <dgm:prSet presAssocID="{1423D6EC-50C7-48A0-A6CE-BA28EAB308CA}" presName="Name21" presStyleCnt="0"/>
      <dgm:spPr/>
    </dgm:pt>
    <dgm:pt modelId="{28038B79-5181-4378-B886-BD3AB9E6DFEB}" type="pres">
      <dgm:prSet presAssocID="{1423D6EC-50C7-48A0-A6CE-BA28EAB308CA}" presName="level2Shape" presStyleLbl="node2" presStyleIdx="1" presStyleCnt="2"/>
      <dgm:spPr/>
    </dgm:pt>
    <dgm:pt modelId="{1ED6E95C-E3D7-483F-BE3E-94C45B5B769B}" type="pres">
      <dgm:prSet presAssocID="{1423D6EC-50C7-48A0-A6CE-BA28EAB308CA}" presName="hierChild3" presStyleCnt="0"/>
      <dgm:spPr/>
    </dgm:pt>
    <dgm:pt modelId="{13C985C2-3CB0-4919-97A8-877A6F89F4DF}" type="pres">
      <dgm:prSet presAssocID="{1C524F48-FAF5-4D4B-8E84-22DF2EF6B6E0}" presName="bgShapesFlow" presStyleCnt="0"/>
      <dgm:spPr/>
    </dgm:pt>
  </dgm:ptLst>
  <dgm:cxnLst>
    <dgm:cxn modelId="{81EC0B0A-BDD2-4DD8-90B0-AAEC19A61B8C}" srcId="{1E020509-19A3-415F-A359-31C651454F9B}" destId="{FA3304A5-9A4E-44C7-B115-8F5A52008482}" srcOrd="4" destOrd="0" parTransId="{C82525AF-AD66-4310-871D-284C710107D7}" sibTransId="{7C5CBA3F-ED37-4C39-9C92-C096D34465AD}"/>
    <dgm:cxn modelId="{6FA9150A-9F75-4BED-A175-6663660F591F}" type="presOf" srcId="{BF4DD632-59F7-4C3E-9EF8-53E8852C6E3E}" destId="{6B97394E-6688-47B7-8C6D-147D6B873D1D}" srcOrd="0" destOrd="0" presId="urn:microsoft.com/office/officeart/2005/8/layout/hierarchy6"/>
    <dgm:cxn modelId="{C7414413-251F-4E57-B28F-EC244D3DC01A}" type="presOf" srcId="{1E020509-19A3-415F-A359-31C651454F9B}" destId="{20D7F46B-C94F-473E-90A0-D177CFAFEE8D}" srcOrd="0" destOrd="0" presId="urn:microsoft.com/office/officeart/2005/8/layout/hierarchy6"/>
    <dgm:cxn modelId="{82FA8A16-F360-426E-90F9-F4FC5E9512F7}" type="presOf" srcId="{FA3304A5-9A4E-44C7-B115-8F5A52008482}" destId="{237B4291-1212-4D9C-A94F-B370588F0BB0}" srcOrd="0" destOrd="0" presId="urn:microsoft.com/office/officeart/2005/8/layout/hierarchy6"/>
    <dgm:cxn modelId="{C725BA1B-8216-4EF5-8013-04D128BB674C}" srcId="{BEDFC413-3595-43B7-88B7-B631DB2BDCC5}" destId="{B2389ACC-DAA1-4442-9155-943F96DB62D3}" srcOrd="3" destOrd="0" parTransId="{239C6107-B63F-4693-A305-088BCEBFDF53}" sibTransId="{CADB0A3A-B1A0-45CA-B629-3A82018B8D7B}"/>
    <dgm:cxn modelId="{2A4F0B2C-8F12-4DDA-97FB-F2C4227EA28C}" srcId="{1E020509-19A3-415F-A359-31C651454F9B}" destId="{F85C94EE-1A86-4D26-95E3-2679DE4F7C84}" srcOrd="1" destOrd="0" parTransId="{9BB5642B-5B69-4797-B9C1-7CF671469DD4}" sibTransId="{4D08BEC1-3C1C-48F8-9BFE-16B8097C2230}"/>
    <dgm:cxn modelId="{AB50A238-FECC-47F3-ABAE-AC4C6E1A1436}" type="presOf" srcId="{B7049BA6-18DF-431B-BC4B-D56635AE8D25}" destId="{11FC7828-91BD-4100-81C6-8336B5FB3B4A}" srcOrd="0" destOrd="0" presId="urn:microsoft.com/office/officeart/2005/8/layout/hierarchy6"/>
    <dgm:cxn modelId="{8F3E8F3A-28AF-4073-A297-1F2DAC10D056}" type="presOf" srcId="{01CFC2BE-ADD8-4D7A-9AB2-0D3B1D84A44F}" destId="{4098A033-569C-4256-B67A-EC6069CF1C60}" srcOrd="0" destOrd="0" presId="urn:microsoft.com/office/officeart/2005/8/layout/hierarchy6"/>
    <dgm:cxn modelId="{B6A43E5C-2268-4179-B8FE-9E9075ED184E}" srcId="{1C524F48-FAF5-4D4B-8E84-22DF2EF6B6E0}" destId="{7F14B7E6-E76C-4A48-A3CA-3AC800304A4D}" srcOrd="0" destOrd="0" parTransId="{280A4D70-EC3C-4D8D-A2E0-016FEA5383FC}" sibTransId="{EAFAD42B-55CA-459C-8550-D8C1D030C6EF}"/>
    <dgm:cxn modelId="{867A4D62-584C-4CAD-9754-FBAD93DED3F5}" type="presOf" srcId="{F85C94EE-1A86-4D26-95E3-2679DE4F7C84}" destId="{E50CE042-A1AA-4B28-B583-C13DE330E221}" srcOrd="0" destOrd="0" presId="urn:microsoft.com/office/officeart/2005/8/layout/hierarchy6"/>
    <dgm:cxn modelId="{9A2EDE46-5D04-4EAF-8C7E-7AAE7BB86D4B}" type="presOf" srcId="{1423D6EC-50C7-48A0-A6CE-BA28EAB308CA}" destId="{28038B79-5181-4378-B886-BD3AB9E6DFEB}" srcOrd="0" destOrd="0" presId="urn:microsoft.com/office/officeart/2005/8/layout/hierarchy6"/>
    <dgm:cxn modelId="{B5A3B767-2B28-49B0-8688-9B4366388C22}" type="presOf" srcId="{1C524F48-FAF5-4D4B-8E84-22DF2EF6B6E0}" destId="{F389C83D-F1BB-484F-A5D5-6AC4BF5D7019}" srcOrd="0" destOrd="0" presId="urn:microsoft.com/office/officeart/2005/8/layout/hierarchy6"/>
    <dgm:cxn modelId="{2E9A6268-A589-49C1-BC3C-04B931D251A9}" type="presOf" srcId="{9A2C9935-50A3-4C5B-8AB4-849DC3EDC386}" destId="{831BADE5-B4C9-4579-A351-DBFE30B6FD8D}" srcOrd="0" destOrd="0" presId="urn:microsoft.com/office/officeart/2005/8/layout/hierarchy6"/>
    <dgm:cxn modelId="{F068374E-6AE7-4B40-8891-3FEE76575F2D}" srcId="{1E020509-19A3-415F-A359-31C651454F9B}" destId="{59E20A7D-5FE1-44D6-B94F-62FAD5859AAD}" srcOrd="0" destOrd="0" parTransId="{CED7BA73-A22A-4A73-B3D6-F562EF58B926}" sibTransId="{53A98B98-9B9D-4B47-BC28-0C54F60EA998}"/>
    <dgm:cxn modelId="{F2F3A96E-44DC-4CEE-88E0-6ED135FD8BA4}" type="presOf" srcId="{B2389ACC-DAA1-4442-9155-943F96DB62D3}" destId="{FF310889-297C-404C-8CB6-CBB676517890}" srcOrd="0" destOrd="0" presId="urn:microsoft.com/office/officeart/2005/8/layout/hierarchy6"/>
    <dgm:cxn modelId="{0A238C70-8889-471C-B1E3-0C870C95E8A5}" srcId="{1E020509-19A3-415F-A359-31C651454F9B}" destId="{1AE673CB-1675-40E1-8020-AB8E4030E8CF}" srcOrd="3" destOrd="0" parTransId="{595F939C-95B7-4DDC-B4E9-C6E8B1ECDE39}" sibTransId="{555D49C0-3712-4322-AE2F-3913D05EE9DE}"/>
    <dgm:cxn modelId="{C2AB0E53-66C9-41FD-BF72-B8FF33D94D44}" type="presOf" srcId="{59E20A7D-5FE1-44D6-B94F-62FAD5859AAD}" destId="{E98EC8B6-56AF-4323-B2F2-0B27AFB3D6B6}" srcOrd="0" destOrd="0" presId="urn:microsoft.com/office/officeart/2005/8/layout/hierarchy6"/>
    <dgm:cxn modelId="{7CE28D54-ACA2-44AD-AAB3-080D9BD03094}" type="presOf" srcId="{BEDFC413-3595-43B7-88B7-B631DB2BDCC5}" destId="{E0D059EE-F28A-44F9-8B92-28AF09965ADD}" srcOrd="0" destOrd="0" presId="urn:microsoft.com/office/officeart/2005/8/layout/hierarchy6"/>
    <dgm:cxn modelId="{299FAF7C-43A2-4973-8751-6D8AB04A52E2}" type="presOf" srcId="{8CEEA4CD-7BDD-4049-8EBC-B279ED84B20F}" destId="{281CF2C7-86C3-41CF-8C26-3FE52C17B3D8}" srcOrd="0" destOrd="0" presId="urn:microsoft.com/office/officeart/2005/8/layout/hierarchy6"/>
    <dgm:cxn modelId="{521AC682-81A3-4792-A0FF-3C07AE3243BD}" srcId="{7F14B7E6-E76C-4A48-A3CA-3AC800304A4D}" destId="{BEDFC413-3595-43B7-88B7-B631DB2BDCC5}" srcOrd="0" destOrd="0" parTransId="{01CFC2BE-ADD8-4D7A-9AB2-0D3B1D84A44F}" sibTransId="{2F7B88B5-8956-4859-B25C-3A6B56F318DB}"/>
    <dgm:cxn modelId="{9C66508B-8437-42E4-9158-2B0E71057FF2}" type="presOf" srcId="{F48F742C-0B95-4DF1-BEEB-A5CD75176083}" destId="{82019D37-B87D-4A47-8D9B-21E116572A63}" srcOrd="0" destOrd="0" presId="urn:microsoft.com/office/officeart/2005/8/layout/hierarchy6"/>
    <dgm:cxn modelId="{711BA690-D251-488D-AE16-4979D8A5C55D}" type="presOf" srcId="{9BB5642B-5B69-4797-B9C1-7CF671469DD4}" destId="{3E8586B6-FD00-4998-B111-1FF1568995D7}" srcOrd="0" destOrd="0" presId="urn:microsoft.com/office/officeart/2005/8/layout/hierarchy6"/>
    <dgm:cxn modelId="{83D4F392-A08B-47F4-9685-ADC1EFD203B6}" type="presOf" srcId="{239C6107-B63F-4693-A305-088BCEBFDF53}" destId="{3B410126-D479-4CBD-A3E3-6FE28A82617D}" srcOrd="0" destOrd="0" presId="urn:microsoft.com/office/officeart/2005/8/layout/hierarchy6"/>
    <dgm:cxn modelId="{6A094197-5562-420F-A664-E84213A68436}" type="presOf" srcId="{94BD03C5-62CC-4EC9-ACDB-774FADB564BE}" destId="{50BF2491-C5C9-4B8E-A75A-F5770D05BAC5}" srcOrd="0" destOrd="0" presId="urn:microsoft.com/office/officeart/2005/8/layout/hierarchy6"/>
    <dgm:cxn modelId="{1A60EB99-077A-4A07-9CB2-475115BD8ABD}" type="presOf" srcId="{7F14B7E6-E76C-4A48-A3CA-3AC800304A4D}" destId="{72D03A99-9E69-4BC0-B20C-02602BC746D8}" srcOrd="0" destOrd="0" presId="urn:microsoft.com/office/officeart/2005/8/layout/hierarchy6"/>
    <dgm:cxn modelId="{1EA9E1A2-92BB-4D52-924E-BB8E1FCD3F13}" type="presOf" srcId="{C82525AF-AD66-4310-871D-284C710107D7}" destId="{BB0F706C-EDBF-4C23-B4B3-520DF6927608}" srcOrd="0" destOrd="0" presId="urn:microsoft.com/office/officeart/2005/8/layout/hierarchy6"/>
    <dgm:cxn modelId="{F708ECA2-396D-4798-B75F-108F3666F304}" type="presOf" srcId="{6B32009A-9E2A-4509-B36D-692B68E57C44}" destId="{AD154E38-403C-4F10-8F8E-B03B013D6A0A}" srcOrd="0" destOrd="0" presId="urn:microsoft.com/office/officeart/2005/8/layout/hierarchy6"/>
    <dgm:cxn modelId="{65D849A4-BCE4-4433-8004-75930275B630}" srcId="{1E020509-19A3-415F-A359-31C651454F9B}" destId="{F48F742C-0B95-4DF1-BEEB-A5CD75176083}" srcOrd="2" destOrd="0" parTransId="{BF4DD632-59F7-4C3E-9EF8-53E8852C6E3E}" sibTransId="{EDD87B09-4B38-4473-9C47-92A62A267C3C}"/>
    <dgm:cxn modelId="{E1CA19B4-EC8B-4F7E-8E77-C3DBA15D958B}" type="presOf" srcId="{22BDD334-F8D4-402C-A877-BD199EF01F8D}" destId="{D37F1EB9-0839-4D17-8F37-97EC5A6D5CE6}" srcOrd="0" destOrd="0" presId="urn:microsoft.com/office/officeart/2005/8/layout/hierarchy6"/>
    <dgm:cxn modelId="{E6A325BD-CBD5-4B6F-B9C7-2A2498B541A9}" type="presOf" srcId="{CED7BA73-A22A-4A73-B3D6-F562EF58B926}" destId="{910342C6-FFD7-41FD-A637-E953514D36B6}" srcOrd="0" destOrd="0" presId="urn:microsoft.com/office/officeart/2005/8/layout/hierarchy6"/>
    <dgm:cxn modelId="{FAA0F8C1-C094-4B13-935B-A839A0649AE6}" type="presOf" srcId="{595F939C-95B7-4DDC-B4E9-C6E8B1ECDE39}" destId="{153AA296-5A0B-4CBB-8C77-6CD7B9E5BFAF}" srcOrd="0" destOrd="0" presId="urn:microsoft.com/office/officeart/2005/8/layout/hierarchy6"/>
    <dgm:cxn modelId="{D443B0C4-3C41-4595-A3AF-0594272DCD57}" srcId="{BEDFC413-3595-43B7-88B7-B631DB2BDCC5}" destId="{BBF366F3-DD2B-4FB3-9429-C47F1D2DAB0D}" srcOrd="4" destOrd="0" parTransId="{22BDD334-F8D4-402C-A877-BD199EF01F8D}" sibTransId="{5D46DD3D-5F64-47D8-84D4-AAE878511612}"/>
    <dgm:cxn modelId="{169971CA-FD5B-4179-99F0-64622CE4D835}" srcId="{BEDFC413-3595-43B7-88B7-B631DB2BDCC5}" destId="{9A2C9935-50A3-4C5B-8AB4-849DC3EDC386}" srcOrd="0" destOrd="0" parTransId="{68030728-0736-4302-97D5-7B73A88ABD66}" sibTransId="{3920DBF6-9977-461E-B422-E7D56B53B3DB}"/>
    <dgm:cxn modelId="{D4DE56D1-8CCC-4889-9457-69C4A1FB86B0}" type="presOf" srcId="{1AE673CB-1675-40E1-8020-AB8E4030E8CF}" destId="{506FAF49-7E3C-45EF-8EDD-399DA4A5CB79}" srcOrd="0" destOrd="0" presId="urn:microsoft.com/office/officeart/2005/8/layout/hierarchy6"/>
    <dgm:cxn modelId="{A92297DE-218D-4A01-9E18-96EF8CB84712}" srcId="{BEDFC413-3595-43B7-88B7-B631DB2BDCC5}" destId="{1E020509-19A3-415F-A359-31C651454F9B}" srcOrd="2" destOrd="0" parTransId="{6B32009A-9E2A-4509-B36D-692B68E57C44}" sibTransId="{FFC99560-4CAC-40B6-9F31-2F3B462704E0}"/>
    <dgm:cxn modelId="{6B9693E2-ECA2-4024-812D-633BDC61958B}" srcId="{7F14B7E6-E76C-4A48-A3CA-3AC800304A4D}" destId="{1423D6EC-50C7-48A0-A6CE-BA28EAB308CA}" srcOrd="1" destOrd="0" parTransId="{B7049BA6-18DF-431B-BC4B-D56635AE8D25}" sibTransId="{45092E72-E125-4D9E-B791-C2C6CB21699D}"/>
    <dgm:cxn modelId="{F2FD47EC-0B10-4823-8076-FE93F24A930D}" type="presOf" srcId="{68030728-0736-4302-97D5-7B73A88ABD66}" destId="{C9E5B690-B809-4541-ACA1-5932F4CD236F}" srcOrd="0" destOrd="0" presId="urn:microsoft.com/office/officeart/2005/8/layout/hierarchy6"/>
    <dgm:cxn modelId="{84A1AEF5-F7E3-4E52-B58B-36CC988A73DB}" type="presOf" srcId="{BBF366F3-DD2B-4FB3-9429-C47F1D2DAB0D}" destId="{DFE0F435-7791-4CFB-8C97-F3ABC9EFAD4E}" srcOrd="0" destOrd="0" presId="urn:microsoft.com/office/officeart/2005/8/layout/hierarchy6"/>
    <dgm:cxn modelId="{4E3D43F6-15B2-415A-9CA0-26AF38772650}" srcId="{BEDFC413-3595-43B7-88B7-B631DB2BDCC5}" destId="{94BD03C5-62CC-4EC9-ACDB-774FADB564BE}" srcOrd="1" destOrd="0" parTransId="{8CEEA4CD-7BDD-4049-8EBC-B279ED84B20F}" sibTransId="{56388B4E-7029-4C8B-9160-EDB283AE8CC2}"/>
    <dgm:cxn modelId="{06C2DF89-C765-433F-A32A-A538DD0830DD}" type="presParOf" srcId="{F389C83D-F1BB-484F-A5D5-6AC4BF5D7019}" destId="{F4EB45D8-6DEC-484A-AA19-4A8EA356100A}" srcOrd="0" destOrd="0" presId="urn:microsoft.com/office/officeart/2005/8/layout/hierarchy6"/>
    <dgm:cxn modelId="{BB26FABF-B7B0-4D15-A05D-44398A34766E}" type="presParOf" srcId="{F4EB45D8-6DEC-484A-AA19-4A8EA356100A}" destId="{C576D851-5CB9-4631-A69C-69B70C31F776}" srcOrd="0" destOrd="0" presId="urn:microsoft.com/office/officeart/2005/8/layout/hierarchy6"/>
    <dgm:cxn modelId="{8BD57094-5080-45A0-9AD1-DC734CD92E26}" type="presParOf" srcId="{C576D851-5CB9-4631-A69C-69B70C31F776}" destId="{52BE3743-781E-45A3-ADFB-2C3DC653D3A0}" srcOrd="0" destOrd="0" presId="urn:microsoft.com/office/officeart/2005/8/layout/hierarchy6"/>
    <dgm:cxn modelId="{A4FCE18E-2761-4C10-BC11-7B545FC207C2}" type="presParOf" srcId="{52BE3743-781E-45A3-ADFB-2C3DC653D3A0}" destId="{72D03A99-9E69-4BC0-B20C-02602BC746D8}" srcOrd="0" destOrd="0" presId="urn:microsoft.com/office/officeart/2005/8/layout/hierarchy6"/>
    <dgm:cxn modelId="{C34B6025-4D39-4D59-93CD-F4BFD1C46EEE}" type="presParOf" srcId="{52BE3743-781E-45A3-ADFB-2C3DC653D3A0}" destId="{AE33F0D2-49DC-4489-9AE7-5CFFA15D16CC}" srcOrd="1" destOrd="0" presId="urn:microsoft.com/office/officeart/2005/8/layout/hierarchy6"/>
    <dgm:cxn modelId="{53284A58-AADB-4F3B-935B-F5519D5B81E8}" type="presParOf" srcId="{AE33F0D2-49DC-4489-9AE7-5CFFA15D16CC}" destId="{4098A033-569C-4256-B67A-EC6069CF1C60}" srcOrd="0" destOrd="0" presId="urn:microsoft.com/office/officeart/2005/8/layout/hierarchy6"/>
    <dgm:cxn modelId="{9CEC6D03-7771-466D-9CC6-8956AD09C41E}" type="presParOf" srcId="{AE33F0D2-49DC-4489-9AE7-5CFFA15D16CC}" destId="{4BD48F71-35FF-4656-9655-447F57438FD5}" srcOrd="1" destOrd="0" presId="urn:microsoft.com/office/officeart/2005/8/layout/hierarchy6"/>
    <dgm:cxn modelId="{F2D0BF0F-387A-4CA5-BC9C-B6206BE1CC45}" type="presParOf" srcId="{4BD48F71-35FF-4656-9655-447F57438FD5}" destId="{E0D059EE-F28A-44F9-8B92-28AF09965ADD}" srcOrd="0" destOrd="0" presId="urn:microsoft.com/office/officeart/2005/8/layout/hierarchy6"/>
    <dgm:cxn modelId="{68A19FE6-FC49-4983-ABA6-86A08BBCC030}" type="presParOf" srcId="{4BD48F71-35FF-4656-9655-447F57438FD5}" destId="{4BC6B4BD-185A-4270-A6C2-B990528BFDC1}" srcOrd="1" destOrd="0" presId="urn:microsoft.com/office/officeart/2005/8/layout/hierarchy6"/>
    <dgm:cxn modelId="{4E19F56F-3836-45CB-9562-5349A8744700}" type="presParOf" srcId="{4BC6B4BD-185A-4270-A6C2-B990528BFDC1}" destId="{C9E5B690-B809-4541-ACA1-5932F4CD236F}" srcOrd="0" destOrd="0" presId="urn:microsoft.com/office/officeart/2005/8/layout/hierarchy6"/>
    <dgm:cxn modelId="{4122FA5B-C516-4806-9970-E0C6A17D80FA}" type="presParOf" srcId="{4BC6B4BD-185A-4270-A6C2-B990528BFDC1}" destId="{F358F798-DE2C-42EB-BA77-F58E5D0A8E97}" srcOrd="1" destOrd="0" presId="urn:microsoft.com/office/officeart/2005/8/layout/hierarchy6"/>
    <dgm:cxn modelId="{AABA7F9A-5788-4D3B-8E2E-2D655A1F03CB}" type="presParOf" srcId="{F358F798-DE2C-42EB-BA77-F58E5D0A8E97}" destId="{831BADE5-B4C9-4579-A351-DBFE30B6FD8D}" srcOrd="0" destOrd="0" presId="urn:microsoft.com/office/officeart/2005/8/layout/hierarchy6"/>
    <dgm:cxn modelId="{E67D6F67-E496-44DB-9886-3DA000F380B0}" type="presParOf" srcId="{F358F798-DE2C-42EB-BA77-F58E5D0A8E97}" destId="{44165B3C-49E1-4382-8A83-A2F1BD87081F}" srcOrd="1" destOrd="0" presId="urn:microsoft.com/office/officeart/2005/8/layout/hierarchy6"/>
    <dgm:cxn modelId="{566EE379-CAFE-41CE-8E04-3D24DD2DA081}" type="presParOf" srcId="{4BC6B4BD-185A-4270-A6C2-B990528BFDC1}" destId="{281CF2C7-86C3-41CF-8C26-3FE52C17B3D8}" srcOrd="2" destOrd="0" presId="urn:microsoft.com/office/officeart/2005/8/layout/hierarchy6"/>
    <dgm:cxn modelId="{96CAFBF2-94D4-4A5C-9FDB-1AA810C3C7FC}" type="presParOf" srcId="{4BC6B4BD-185A-4270-A6C2-B990528BFDC1}" destId="{B3C70815-8CDD-4707-A320-D5F7BCD16A5E}" srcOrd="3" destOrd="0" presId="urn:microsoft.com/office/officeart/2005/8/layout/hierarchy6"/>
    <dgm:cxn modelId="{CA5FF609-CB87-4116-9146-761D29CBA990}" type="presParOf" srcId="{B3C70815-8CDD-4707-A320-D5F7BCD16A5E}" destId="{50BF2491-C5C9-4B8E-A75A-F5770D05BAC5}" srcOrd="0" destOrd="0" presId="urn:microsoft.com/office/officeart/2005/8/layout/hierarchy6"/>
    <dgm:cxn modelId="{91EE3137-EA85-4BD3-ACCA-0BE7231A8714}" type="presParOf" srcId="{B3C70815-8CDD-4707-A320-D5F7BCD16A5E}" destId="{DB03F9DA-C050-4DEF-A03B-A01F78EFD1FD}" srcOrd="1" destOrd="0" presId="urn:microsoft.com/office/officeart/2005/8/layout/hierarchy6"/>
    <dgm:cxn modelId="{A7A42FC2-9433-4934-9AF8-79146DCEB2C6}" type="presParOf" srcId="{4BC6B4BD-185A-4270-A6C2-B990528BFDC1}" destId="{AD154E38-403C-4F10-8F8E-B03B013D6A0A}" srcOrd="4" destOrd="0" presId="urn:microsoft.com/office/officeart/2005/8/layout/hierarchy6"/>
    <dgm:cxn modelId="{CB5EED06-C5E5-459B-B353-B18682DBC682}" type="presParOf" srcId="{4BC6B4BD-185A-4270-A6C2-B990528BFDC1}" destId="{71470DE8-402D-4DD1-9CCB-03EC1ED5B3DD}" srcOrd="5" destOrd="0" presId="urn:microsoft.com/office/officeart/2005/8/layout/hierarchy6"/>
    <dgm:cxn modelId="{499D837D-9064-4A26-9D3A-10696B5E5F0F}" type="presParOf" srcId="{71470DE8-402D-4DD1-9CCB-03EC1ED5B3DD}" destId="{20D7F46B-C94F-473E-90A0-D177CFAFEE8D}" srcOrd="0" destOrd="0" presId="urn:microsoft.com/office/officeart/2005/8/layout/hierarchy6"/>
    <dgm:cxn modelId="{93E2030A-4B3A-4723-A2C4-FCA8E059F3C7}" type="presParOf" srcId="{71470DE8-402D-4DD1-9CCB-03EC1ED5B3DD}" destId="{0518422C-DBA3-4E39-9DA4-647B5EB8687E}" srcOrd="1" destOrd="0" presId="urn:microsoft.com/office/officeart/2005/8/layout/hierarchy6"/>
    <dgm:cxn modelId="{976B714B-2B9E-431F-BE6D-0AF7F52EBB2B}" type="presParOf" srcId="{0518422C-DBA3-4E39-9DA4-647B5EB8687E}" destId="{910342C6-FFD7-41FD-A637-E953514D36B6}" srcOrd="0" destOrd="0" presId="urn:microsoft.com/office/officeart/2005/8/layout/hierarchy6"/>
    <dgm:cxn modelId="{FAC2F8B2-A8AF-4FB9-A895-E618EC439CB5}" type="presParOf" srcId="{0518422C-DBA3-4E39-9DA4-647B5EB8687E}" destId="{2884C90A-FE5B-4360-8CA1-A8002D6ED6F8}" srcOrd="1" destOrd="0" presId="urn:microsoft.com/office/officeart/2005/8/layout/hierarchy6"/>
    <dgm:cxn modelId="{9FCC63C9-C3AA-4D5C-9141-D9C3A68F5C1E}" type="presParOf" srcId="{2884C90A-FE5B-4360-8CA1-A8002D6ED6F8}" destId="{E98EC8B6-56AF-4323-B2F2-0B27AFB3D6B6}" srcOrd="0" destOrd="0" presId="urn:microsoft.com/office/officeart/2005/8/layout/hierarchy6"/>
    <dgm:cxn modelId="{8A39DB91-B8B3-4054-B328-0C8E5F3D18A1}" type="presParOf" srcId="{2884C90A-FE5B-4360-8CA1-A8002D6ED6F8}" destId="{4C3A431F-91CB-4738-B2B7-A17AB66375C4}" srcOrd="1" destOrd="0" presId="urn:microsoft.com/office/officeart/2005/8/layout/hierarchy6"/>
    <dgm:cxn modelId="{EB588C85-6A21-429D-8E97-EB3C44076B0C}" type="presParOf" srcId="{0518422C-DBA3-4E39-9DA4-647B5EB8687E}" destId="{3E8586B6-FD00-4998-B111-1FF1568995D7}" srcOrd="2" destOrd="0" presId="urn:microsoft.com/office/officeart/2005/8/layout/hierarchy6"/>
    <dgm:cxn modelId="{B11B1002-30A1-45E8-8D33-B12A881EA6E2}" type="presParOf" srcId="{0518422C-DBA3-4E39-9DA4-647B5EB8687E}" destId="{75995C8A-2C8E-4297-9C2A-0CFD7D30C8DF}" srcOrd="3" destOrd="0" presId="urn:microsoft.com/office/officeart/2005/8/layout/hierarchy6"/>
    <dgm:cxn modelId="{1512C2CF-F32B-44D9-82CE-1246B8EBAADE}" type="presParOf" srcId="{75995C8A-2C8E-4297-9C2A-0CFD7D30C8DF}" destId="{E50CE042-A1AA-4B28-B583-C13DE330E221}" srcOrd="0" destOrd="0" presId="urn:microsoft.com/office/officeart/2005/8/layout/hierarchy6"/>
    <dgm:cxn modelId="{7E0D0794-E1B6-4673-9D9A-4012AAFDEA1F}" type="presParOf" srcId="{75995C8A-2C8E-4297-9C2A-0CFD7D30C8DF}" destId="{718103E5-0A22-4CD2-A41C-0EF91B9023D7}" srcOrd="1" destOrd="0" presId="urn:microsoft.com/office/officeart/2005/8/layout/hierarchy6"/>
    <dgm:cxn modelId="{4D80B2A3-CB8F-49E7-8BAE-29725FB891CB}" type="presParOf" srcId="{0518422C-DBA3-4E39-9DA4-647B5EB8687E}" destId="{6B97394E-6688-47B7-8C6D-147D6B873D1D}" srcOrd="4" destOrd="0" presId="urn:microsoft.com/office/officeart/2005/8/layout/hierarchy6"/>
    <dgm:cxn modelId="{19B20CD9-01D7-4DE1-8EEC-1898C42D2E08}" type="presParOf" srcId="{0518422C-DBA3-4E39-9DA4-647B5EB8687E}" destId="{9B255222-F697-494D-B5D5-C3829909970F}" srcOrd="5" destOrd="0" presId="urn:microsoft.com/office/officeart/2005/8/layout/hierarchy6"/>
    <dgm:cxn modelId="{3B93FCD4-B22B-45D2-9ACB-42463CA57908}" type="presParOf" srcId="{9B255222-F697-494D-B5D5-C3829909970F}" destId="{82019D37-B87D-4A47-8D9B-21E116572A63}" srcOrd="0" destOrd="0" presId="urn:microsoft.com/office/officeart/2005/8/layout/hierarchy6"/>
    <dgm:cxn modelId="{A8425B71-DF0B-4609-8C31-A65A9FFD376C}" type="presParOf" srcId="{9B255222-F697-494D-B5D5-C3829909970F}" destId="{D34D0907-F7BA-4EB5-B1F8-EF3BF4D84488}" srcOrd="1" destOrd="0" presId="urn:microsoft.com/office/officeart/2005/8/layout/hierarchy6"/>
    <dgm:cxn modelId="{A5DEBC81-29D6-4C59-A416-672A5F041C41}" type="presParOf" srcId="{0518422C-DBA3-4E39-9DA4-647B5EB8687E}" destId="{153AA296-5A0B-4CBB-8C77-6CD7B9E5BFAF}" srcOrd="6" destOrd="0" presId="urn:microsoft.com/office/officeart/2005/8/layout/hierarchy6"/>
    <dgm:cxn modelId="{6BD953CB-A2F4-43F2-9F39-B9D73C89BEA0}" type="presParOf" srcId="{0518422C-DBA3-4E39-9DA4-647B5EB8687E}" destId="{ADB9CFDB-07A9-44F4-A1FA-0EB887A20EC2}" srcOrd="7" destOrd="0" presId="urn:microsoft.com/office/officeart/2005/8/layout/hierarchy6"/>
    <dgm:cxn modelId="{89D8A6B8-DC65-4A07-8A14-398366047DB2}" type="presParOf" srcId="{ADB9CFDB-07A9-44F4-A1FA-0EB887A20EC2}" destId="{506FAF49-7E3C-45EF-8EDD-399DA4A5CB79}" srcOrd="0" destOrd="0" presId="urn:microsoft.com/office/officeart/2005/8/layout/hierarchy6"/>
    <dgm:cxn modelId="{FDA48424-3945-4337-A77E-D43F5D612573}" type="presParOf" srcId="{ADB9CFDB-07A9-44F4-A1FA-0EB887A20EC2}" destId="{2A58446C-7B86-4E8B-9CE7-39F7808E27F7}" srcOrd="1" destOrd="0" presId="urn:microsoft.com/office/officeart/2005/8/layout/hierarchy6"/>
    <dgm:cxn modelId="{9711FE91-4CE5-494A-86C4-B3F7F810B045}" type="presParOf" srcId="{0518422C-DBA3-4E39-9DA4-647B5EB8687E}" destId="{BB0F706C-EDBF-4C23-B4B3-520DF6927608}" srcOrd="8" destOrd="0" presId="urn:microsoft.com/office/officeart/2005/8/layout/hierarchy6"/>
    <dgm:cxn modelId="{EB7180CF-E767-46E5-A6D9-55FC20198B3F}" type="presParOf" srcId="{0518422C-DBA3-4E39-9DA4-647B5EB8687E}" destId="{8EBA146B-24D7-4900-AF7B-FDC6C55FCDF8}" srcOrd="9" destOrd="0" presId="urn:microsoft.com/office/officeart/2005/8/layout/hierarchy6"/>
    <dgm:cxn modelId="{F5EBCC4B-EE2C-43DC-80CF-BB8871FDBB16}" type="presParOf" srcId="{8EBA146B-24D7-4900-AF7B-FDC6C55FCDF8}" destId="{237B4291-1212-4D9C-A94F-B370588F0BB0}" srcOrd="0" destOrd="0" presId="urn:microsoft.com/office/officeart/2005/8/layout/hierarchy6"/>
    <dgm:cxn modelId="{F37D08C1-0273-488E-964D-D5837FE24581}" type="presParOf" srcId="{8EBA146B-24D7-4900-AF7B-FDC6C55FCDF8}" destId="{DF162428-5509-4A46-9FEF-4F4B4CC55D7F}" srcOrd="1" destOrd="0" presId="urn:microsoft.com/office/officeart/2005/8/layout/hierarchy6"/>
    <dgm:cxn modelId="{50E5040A-EA11-4C54-ACEB-9DF5540F6843}" type="presParOf" srcId="{4BC6B4BD-185A-4270-A6C2-B990528BFDC1}" destId="{3B410126-D479-4CBD-A3E3-6FE28A82617D}" srcOrd="6" destOrd="0" presId="urn:microsoft.com/office/officeart/2005/8/layout/hierarchy6"/>
    <dgm:cxn modelId="{6DD8B195-3F64-4282-B2D9-2971BE4C252D}" type="presParOf" srcId="{4BC6B4BD-185A-4270-A6C2-B990528BFDC1}" destId="{E5FBC2B0-C46F-44F5-B4CE-362DFF4C9341}" srcOrd="7" destOrd="0" presId="urn:microsoft.com/office/officeart/2005/8/layout/hierarchy6"/>
    <dgm:cxn modelId="{9FDD0765-E458-493C-9748-ABAB39575796}" type="presParOf" srcId="{E5FBC2B0-C46F-44F5-B4CE-362DFF4C9341}" destId="{FF310889-297C-404C-8CB6-CBB676517890}" srcOrd="0" destOrd="0" presId="urn:microsoft.com/office/officeart/2005/8/layout/hierarchy6"/>
    <dgm:cxn modelId="{F247E099-0AC4-4B3D-B7EA-59E5A0A8D5B9}" type="presParOf" srcId="{E5FBC2B0-C46F-44F5-B4CE-362DFF4C9341}" destId="{23B304CF-F2DC-4D6A-90AA-2A5FA762E5A9}" srcOrd="1" destOrd="0" presId="urn:microsoft.com/office/officeart/2005/8/layout/hierarchy6"/>
    <dgm:cxn modelId="{4B4AE00D-3CB8-43D4-8065-7AFF76E59D61}" type="presParOf" srcId="{4BC6B4BD-185A-4270-A6C2-B990528BFDC1}" destId="{D37F1EB9-0839-4D17-8F37-97EC5A6D5CE6}" srcOrd="8" destOrd="0" presId="urn:microsoft.com/office/officeart/2005/8/layout/hierarchy6"/>
    <dgm:cxn modelId="{D17BC634-CEC4-4A6C-9F09-6F72BF4F2D13}" type="presParOf" srcId="{4BC6B4BD-185A-4270-A6C2-B990528BFDC1}" destId="{A1F9DF55-2280-4266-A2AC-0F6523988BE2}" srcOrd="9" destOrd="0" presId="urn:microsoft.com/office/officeart/2005/8/layout/hierarchy6"/>
    <dgm:cxn modelId="{CAAA1EA6-62F7-4B24-9B61-D5895B7A8F4E}" type="presParOf" srcId="{A1F9DF55-2280-4266-A2AC-0F6523988BE2}" destId="{DFE0F435-7791-4CFB-8C97-F3ABC9EFAD4E}" srcOrd="0" destOrd="0" presId="urn:microsoft.com/office/officeart/2005/8/layout/hierarchy6"/>
    <dgm:cxn modelId="{2E5E9981-DC8F-413C-8CEF-89F03139D72B}" type="presParOf" srcId="{A1F9DF55-2280-4266-A2AC-0F6523988BE2}" destId="{A1465836-819A-4EB6-817C-A1F9107AB886}" srcOrd="1" destOrd="0" presId="urn:microsoft.com/office/officeart/2005/8/layout/hierarchy6"/>
    <dgm:cxn modelId="{F1311CAC-23F1-4E84-A77F-B12D1D10D752}" type="presParOf" srcId="{AE33F0D2-49DC-4489-9AE7-5CFFA15D16CC}" destId="{11FC7828-91BD-4100-81C6-8336B5FB3B4A}" srcOrd="2" destOrd="0" presId="urn:microsoft.com/office/officeart/2005/8/layout/hierarchy6"/>
    <dgm:cxn modelId="{3C393275-47B7-43DC-8480-ED365EBEB134}" type="presParOf" srcId="{AE33F0D2-49DC-4489-9AE7-5CFFA15D16CC}" destId="{FB37C8EF-613B-4985-991F-A31316465F90}" srcOrd="3" destOrd="0" presId="urn:microsoft.com/office/officeart/2005/8/layout/hierarchy6"/>
    <dgm:cxn modelId="{24EEC80B-E76A-41E2-AA32-A262420BEFEC}" type="presParOf" srcId="{FB37C8EF-613B-4985-991F-A31316465F90}" destId="{28038B79-5181-4378-B886-BD3AB9E6DFEB}" srcOrd="0" destOrd="0" presId="urn:microsoft.com/office/officeart/2005/8/layout/hierarchy6"/>
    <dgm:cxn modelId="{785D62F4-B50E-43E8-951F-872CC3E10998}" type="presParOf" srcId="{FB37C8EF-613B-4985-991F-A31316465F90}" destId="{1ED6E95C-E3D7-483F-BE3E-94C45B5B769B}" srcOrd="1" destOrd="0" presId="urn:microsoft.com/office/officeart/2005/8/layout/hierarchy6"/>
    <dgm:cxn modelId="{09FB80E2-7AED-4F8F-97F5-1C56EE7DFE6A}" type="presParOf" srcId="{F389C83D-F1BB-484F-A5D5-6AC4BF5D7019}" destId="{13C985C2-3CB0-4919-97A8-877A6F89F4DF}"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D03A99-9E69-4BC0-B20C-02602BC746D8}">
      <dsp:nvSpPr>
        <dsp:cNvPr id="0" name=""/>
        <dsp:cNvSpPr/>
      </dsp:nvSpPr>
      <dsp:spPr>
        <a:xfrm>
          <a:off x="3990205" y="1288"/>
          <a:ext cx="1035492" cy="69032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dirty="0">
              <a:latin typeface="Times New Roman" panose="02020603050405020304" pitchFamily="18" charset="0"/>
              <a:cs typeface="Times New Roman" panose="02020603050405020304" pitchFamily="18" charset="0"/>
            </a:rPr>
            <a:t>Person</a:t>
          </a:r>
        </a:p>
      </dsp:txBody>
      <dsp:txXfrm>
        <a:off x="4010424" y="21507"/>
        <a:ext cx="995054" cy="649890"/>
      </dsp:txXfrm>
    </dsp:sp>
    <dsp:sp modelId="{4098A033-569C-4256-B67A-EC6069CF1C60}">
      <dsp:nvSpPr>
        <dsp:cNvPr id="0" name=""/>
        <dsp:cNvSpPr/>
      </dsp:nvSpPr>
      <dsp:spPr>
        <a:xfrm>
          <a:off x="3834881" y="691616"/>
          <a:ext cx="673070" cy="276131"/>
        </a:xfrm>
        <a:custGeom>
          <a:avLst/>
          <a:gdLst/>
          <a:ahLst/>
          <a:cxnLst/>
          <a:rect l="0" t="0" r="0" b="0"/>
          <a:pathLst>
            <a:path>
              <a:moveTo>
                <a:pt x="673070" y="0"/>
              </a:moveTo>
              <a:lnTo>
                <a:pt x="673070" y="138065"/>
              </a:lnTo>
              <a:lnTo>
                <a:pt x="0" y="138065"/>
              </a:lnTo>
              <a:lnTo>
                <a:pt x="0" y="27613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0D059EE-F28A-44F9-8B92-28AF09965ADD}">
      <dsp:nvSpPr>
        <dsp:cNvPr id="0" name=""/>
        <dsp:cNvSpPr/>
      </dsp:nvSpPr>
      <dsp:spPr>
        <a:xfrm>
          <a:off x="3317135" y="967748"/>
          <a:ext cx="1035492" cy="69032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dirty="0">
              <a:latin typeface="Times New Roman" panose="02020603050405020304" pitchFamily="18" charset="0"/>
              <a:cs typeface="Times New Roman" panose="02020603050405020304" pitchFamily="18" charset="0"/>
            </a:rPr>
            <a:t>IC</a:t>
          </a:r>
        </a:p>
      </dsp:txBody>
      <dsp:txXfrm>
        <a:off x="3337354" y="987967"/>
        <a:ext cx="995054" cy="649890"/>
      </dsp:txXfrm>
    </dsp:sp>
    <dsp:sp modelId="{C9E5B690-B809-4541-ACA1-5932F4CD236F}">
      <dsp:nvSpPr>
        <dsp:cNvPr id="0" name=""/>
        <dsp:cNvSpPr/>
      </dsp:nvSpPr>
      <dsp:spPr>
        <a:xfrm>
          <a:off x="1142599" y="1658076"/>
          <a:ext cx="2692281" cy="276131"/>
        </a:xfrm>
        <a:custGeom>
          <a:avLst/>
          <a:gdLst/>
          <a:ahLst/>
          <a:cxnLst/>
          <a:rect l="0" t="0" r="0" b="0"/>
          <a:pathLst>
            <a:path>
              <a:moveTo>
                <a:pt x="2692281" y="0"/>
              </a:moveTo>
              <a:lnTo>
                <a:pt x="2692281" y="138065"/>
              </a:lnTo>
              <a:lnTo>
                <a:pt x="0" y="138065"/>
              </a:lnTo>
              <a:lnTo>
                <a:pt x="0" y="27613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31BADE5-B4C9-4579-A351-DBFE30B6FD8D}">
      <dsp:nvSpPr>
        <dsp:cNvPr id="0" name=""/>
        <dsp:cNvSpPr/>
      </dsp:nvSpPr>
      <dsp:spPr>
        <a:xfrm>
          <a:off x="624853" y="1934208"/>
          <a:ext cx="1035492" cy="69032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dirty="0">
              <a:latin typeface="Times New Roman" panose="02020603050405020304" pitchFamily="18" charset="0"/>
              <a:cs typeface="Times New Roman" panose="02020603050405020304" pitchFamily="18" charset="0"/>
            </a:rPr>
            <a:t>Baseline</a:t>
          </a:r>
        </a:p>
      </dsp:txBody>
      <dsp:txXfrm>
        <a:off x="645072" y="1954427"/>
        <a:ext cx="995054" cy="649890"/>
      </dsp:txXfrm>
    </dsp:sp>
    <dsp:sp modelId="{281CF2C7-86C3-41CF-8C26-3FE52C17B3D8}">
      <dsp:nvSpPr>
        <dsp:cNvPr id="0" name=""/>
        <dsp:cNvSpPr/>
      </dsp:nvSpPr>
      <dsp:spPr>
        <a:xfrm>
          <a:off x="2488740" y="1658076"/>
          <a:ext cx="1346140" cy="276131"/>
        </a:xfrm>
        <a:custGeom>
          <a:avLst/>
          <a:gdLst/>
          <a:ahLst/>
          <a:cxnLst/>
          <a:rect l="0" t="0" r="0" b="0"/>
          <a:pathLst>
            <a:path>
              <a:moveTo>
                <a:pt x="1346140" y="0"/>
              </a:moveTo>
              <a:lnTo>
                <a:pt x="1346140" y="138065"/>
              </a:lnTo>
              <a:lnTo>
                <a:pt x="0" y="138065"/>
              </a:lnTo>
              <a:lnTo>
                <a:pt x="0" y="27613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0BF2491-C5C9-4B8E-A75A-F5770D05BAC5}">
      <dsp:nvSpPr>
        <dsp:cNvPr id="0" name=""/>
        <dsp:cNvSpPr/>
      </dsp:nvSpPr>
      <dsp:spPr>
        <a:xfrm>
          <a:off x="1970994" y="1934208"/>
          <a:ext cx="1035492" cy="69032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dirty="0">
              <a:latin typeface="Times New Roman" panose="02020603050405020304" pitchFamily="18" charset="0"/>
              <a:cs typeface="Times New Roman" panose="02020603050405020304" pitchFamily="18" charset="0"/>
            </a:rPr>
            <a:t>BB</a:t>
          </a:r>
        </a:p>
      </dsp:txBody>
      <dsp:txXfrm>
        <a:off x="1991213" y="1954427"/>
        <a:ext cx="995054" cy="649890"/>
      </dsp:txXfrm>
    </dsp:sp>
    <dsp:sp modelId="{AD154E38-403C-4F10-8F8E-B03B013D6A0A}">
      <dsp:nvSpPr>
        <dsp:cNvPr id="0" name=""/>
        <dsp:cNvSpPr/>
      </dsp:nvSpPr>
      <dsp:spPr>
        <a:xfrm>
          <a:off x="3789161" y="1658076"/>
          <a:ext cx="91440" cy="276131"/>
        </a:xfrm>
        <a:custGeom>
          <a:avLst/>
          <a:gdLst/>
          <a:ahLst/>
          <a:cxnLst/>
          <a:rect l="0" t="0" r="0" b="0"/>
          <a:pathLst>
            <a:path>
              <a:moveTo>
                <a:pt x="45720" y="0"/>
              </a:moveTo>
              <a:lnTo>
                <a:pt x="45720" y="27613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0D7F46B-C94F-473E-90A0-D177CFAFEE8D}">
      <dsp:nvSpPr>
        <dsp:cNvPr id="0" name=""/>
        <dsp:cNvSpPr/>
      </dsp:nvSpPr>
      <dsp:spPr>
        <a:xfrm>
          <a:off x="3317135" y="1934208"/>
          <a:ext cx="1035492" cy="69032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dirty="0">
              <a:latin typeface="Times New Roman" panose="02020603050405020304" pitchFamily="18" charset="0"/>
              <a:cs typeface="Times New Roman" panose="02020603050405020304" pitchFamily="18" charset="0"/>
            </a:rPr>
            <a:t>LM </a:t>
          </a:r>
        </a:p>
      </dsp:txBody>
      <dsp:txXfrm>
        <a:off x="3337354" y="1954427"/>
        <a:ext cx="995054" cy="649890"/>
      </dsp:txXfrm>
    </dsp:sp>
    <dsp:sp modelId="{910342C6-FFD7-41FD-A637-E953514D36B6}">
      <dsp:nvSpPr>
        <dsp:cNvPr id="0" name=""/>
        <dsp:cNvSpPr/>
      </dsp:nvSpPr>
      <dsp:spPr>
        <a:xfrm>
          <a:off x="1142599" y="2624536"/>
          <a:ext cx="2692281" cy="276131"/>
        </a:xfrm>
        <a:custGeom>
          <a:avLst/>
          <a:gdLst/>
          <a:ahLst/>
          <a:cxnLst/>
          <a:rect l="0" t="0" r="0" b="0"/>
          <a:pathLst>
            <a:path>
              <a:moveTo>
                <a:pt x="2692281" y="0"/>
              </a:moveTo>
              <a:lnTo>
                <a:pt x="2692281" y="138065"/>
              </a:lnTo>
              <a:lnTo>
                <a:pt x="0" y="138065"/>
              </a:lnTo>
              <a:lnTo>
                <a:pt x="0" y="27613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98EC8B6-56AF-4323-B2F2-0B27AFB3D6B6}">
      <dsp:nvSpPr>
        <dsp:cNvPr id="0" name=""/>
        <dsp:cNvSpPr/>
      </dsp:nvSpPr>
      <dsp:spPr>
        <a:xfrm>
          <a:off x="624853" y="2900668"/>
          <a:ext cx="1035492" cy="69032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dirty="0">
              <a:latin typeface="Times New Roman" panose="02020603050405020304" pitchFamily="18" charset="0"/>
              <a:cs typeface="Times New Roman" panose="02020603050405020304" pitchFamily="18" charset="0"/>
            </a:rPr>
            <a:t>2W</a:t>
          </a:r>
        </a:p>
      </dsp:txBody>
      <dsp:txXfrm>
        <a:off x="645072" y="2920887"/>
        <a:ext cx="995054" cy="649890"/>
      </dsp:txXfrm>
    </dsp:sp>
    <dsp:sp modelId="{3E8586B6-FD00-4998-B111-1FF1568995D7}">
      <dsp:nvSpPr>
        <dsp:cNvPr id="0" name=""/>
        <dsp:cNvSpPr/>
      </dsp:nvSpPr>
      <dsp:spPr>
        <a:xfrm>
          <a:off x="2488740" y="2624536"/>
          <a:ext cx="1346140" cy="276131"/>
        </a:xfrm>
        <a:custGeom>
          <a:avLst/>
          <a:gdLst/>
          <a:ahLst/>
          <a:cxnLst/>
          <a:rect l="0" t="0" r="0" b="0"/>
          <a:pathLst>
            <a:path>
              <a:moveTo>
                <a:pt x="1346140" y="0"/>
              </a:moveTo>
              <a:lnTo>
                <a:pt x="1346140" y="138065"/>
              </a:lnTo>
              <a:lnTo>
                <a:pt x="0" y="138065"/>
              </a:lnTo>
              <a:lnTo>
                <a:pt x="0" y="27613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50CE042-A1AA-4B28-B583-C13DE330E221}">
      <dsp:nvSpPr>
        <dsp:cNvPr id="0" name=""/>
        <dsp:cNvSpPr/>
      </dsp:nvSpPr>
      <dsp:spPr>
        <a:xfrm>
          <a:off x="1970994" y="2900668"/>
          <a:ext cx="1035492" cy="69032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dirty="0">
              <a:latin typeface="Times New Roman" panose="02020603050405020304" pitchFamily="18" charset="0"/>
              <a:cs typeface="Times New Roman" panose="02020603050405020304" pitchFamily="18" charset="0"/>
            </a:rPr>
            <a:t>4W</a:t>
          </a:r>
        </a:p>
      </dsp:txBody>
      <dsp:txXfrm>
        <a:off x="1991213" y="2920887"/>
        <a:ext cx="995054" cy="649890"/>
      </dsp:txXfrm>
    </dsp:sp>
    <dsp:sp modelId="{6B97394E-6688-47B7-8C6D-147D6B873D1D}">
      <dsp:nvSpPr>
        <dsp:cNvPr id="0" name=""/>
        <dsp:cNvSpPr/>
      </dsp:nvSpPr>
      <dsp:spPr>
        <a:xfrm>
          <a:off x="3789161" y="2624536"/>
          <a:ext cx="91440" cy="276131"/>
        </a:xfrm>
        <a:custGeom>
          <a:avLst/>
          <a:gdLst/>
          <a:ahLst/>
          <a:cxnLst/>
          <a:rect l="0" t="0" r="0" b="0"/>
          <a:pathLst>
            <a:path>
              <a:moveTo>
                <a:pt x="45720" y="0"/>
              </a:moveTo>
              <a:lnTo>
                <a:pt x="45720" y="27613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2019D37-B87D-4A47-8D9B-21E116572A63}">
      <dsp:nvSpPr>
        <dsp:cNvPr id="0" name=""/>
        <dsp:cNvSpPr/>
      </dsp:nvSpPr>
      <dsp:spPr>
        <a:xfrm>
          <a:off x="3317135" y="2900668"/>
          <a:ext cx="1035492" cy="69032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dirty="0">
              <a:latin typeface="Times New Roman" panose="02020603050405020304" pitchFamily="18" charset="0"/>
              <a:cs typeface="Times New Roman" panose="02020603050405020304" pitchFamily="18" charset="0"/>
            </a:rPr>
            <a:t>HV</a:t>
          </a:r>
        </a:p>
      </dsp:txBody>
      <dsp:txXfrm>
        <a:off x="3337354" y="2920887"/>
        <a:ext cx="995054" cy="649890"/>
      </dsp:txXfrm>
    </dsp:sp>
    <dsp:sp modelId="{153AA296-5A0B-4CBB-8C77-6CD7B9E5BFAF}">
      <dsp:nvSpPr>
        <dsp:cNvPr id="0" name=""/>
        <dsp:cNvSpPr/>
      </dsp:nvSpPr>
      <dsp:spPr>
        <a:xfrm>
          <a:off x="3834881" y="2624536"/>
          <a:ext cx="1346140" cy="276131"/>
        </a:xfrm>
        <a:custGeom>
          <a:avLst/>
          <a:gdLst/>
          <a:ahLst/>
          <a:cxnLst/>
          <a:rect l="0" t="0" r="0" b="0"/>
          <a:pathLst>
            <a:path>
              <a:moveTo>
                <a:pt x="0" y="0"/>
              </a:moveTo>
              <a:lnTo>
                <a:pt x="0" y="138065"/>
              </a:lnTo>
              <a:lnTo>
                <a:pt x="1346140" y="138065"/>
              </a:lnTo>
              <a:lnTo>
                <a:pt x="1346140" y="27613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06FAF49-7E3C-45EF-8EDD-399DA4A5CB79}">
      <dsp:nvSpPr>
        <dsp:cNvPr id="0" name=""/>
        <dsp:cNvSpPr/>
      </dsp:nvSpPr>
      <dsp:spPr>
        <a:xfrm>
          <a:off x="4663275" y="2900668"/>
          <a:ext cx="1035492" cy="69032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dirty="0">
              <a:latin typeface="Times New Roman" panose="02020603050405020304" pitchFamily="18" charset="0"/>
              <a:cs typeface="Times New Roman" panose="02020603050405020304" pitchFamily="18" charset="0"/>
            </a:rPr>
            <a:t>IR</a:t>
          </a:r>
        </a:p>
      </dsp:txBody>
      <dsp:txXfrm>
        <a:off x="4683494" y="2920887"/>
        <a:ext cx="995054" cy="649890"/>
      </dsp:txXfrm>
    </dsp:sp>
    <dsp:sp modelId="{BB0F706C-EDBF-4C23-B4B3-520DF6927608}">
      <dsp:nvSpPr>
        <dsp:cNvPr id="0" name=""/>
        <dsp:cNvSpPr/>
      </dsp:nvSpPr>
      <dsp:spPr>
        <a:xfrm>
          <a:off x="3834881" y="2624536"/>
          <a:ext cx="2692281" cy="276131"/>
        </a:xfrm>
        <a:custGeom>
          <a:avLst/>
          <a:gdLst/>
          <a:ahLst/>
          <a:cxnLst/>
          <a:rect l="0" t="0" r="0" b="0"/>
          <a:pathLst>
            <a:path>
              <a:moveTo>
                <a:pt x="0" y="0"/>
              </a:moveTo>
              <a:lnTo>
                <a:pt x="0" y="138065"/>
              </a:lnTo>
              <a:lnTo>
                <a:pt x="2692281" y="138065"/>
              </a:lnTo>
              <a:lnTo>
                <a:pt x="2692281" y="27613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37B4291-1212-4D9C-A94F-B370588F0BB0}">
      <dsp:nvSpPr>
        <dsp:cNvPr id="0" name=""/>
        <dsp:cNvSpPr/>
      </dsp:nvSpPr>
      <dsp:spPr>
        <a:xfrm>
          <a:off x="6009416" y="2900668"/>
          <a:ext cx="1035492" cy="69032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dirty="0">
              <a:latin typeface="Times New Roman" panose="02020603050405020304" pitchFamily="18" charset="0"/>
              <a:cs typeface="Times New Roman" panose="02020603050405020304" pitchFamily="18" charset="0"/>
            </a:rPr>
            <a:t>REM</a:t>
          </a:r>
        </a:p>
      </dsp:txBody>
      <dsp:txXfrm>
        <a:off x="6029635" y="2920887"/>
        <a:ext cx="995054" cy="649890"/>
      </dsp:txXfrm>
    </dsp:sp>
    <dsp:sp modelId="{3B410126-D479-4CBD-A3E3-6FE28A82617D}">
      <dsp:nvSpPr>
        <dsp:cNvPr id="0" name=""/>
        <dsp:cNvSpPr/>
      </dsp:nvSpPr>
      <dsp:spPr>
        <a:xfrm>
          <a:off x="3834881" y="1658076"/>
          <a:ext cx="1346140" cy="276131"/>
        </a:xfrm>
        <a:custGeom>
          <a:avLst/>
          <a:gdLst/>
          <a:ahLst/>
          <a:cxnLst/>
          <a:rect l="0" t="0" r="0" b="0"/>
          <a:pathLst>
            <a:path>
              <a:moveTo>
                <a:pt x="0" y="0"/>
              </a:moveTo>
              <a:lnTo>
                <a:pt x="0" y="138065"/>
              </a:lnTo>
              <a:lnTo>
                <a:pt x="1346140" y="138065"/>
              </a:lnTo>
              <a:lnTo>
                <a:pt x="1346140" y="27613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F310889-297C-404C-8CB6-CBB676517890}">
      <dsp:nvSpPr>
        <dsp:cNvPr id="0" name=""/>
        <dsp:cNvSpPr/>
      </dsp:nvSpPr>
      <dsp:spPr>
        <a:xfrm>
          <a:off x="4663275" y="1934208"/>
          <a:ext cx="1035492" cy="69032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dirty="0">
              <a:latin typeface="Times New Roman" panose="02020603050405020304" pitchFamily="18" charset="0"/>
              <a:cs typeface="Times New Roman" panose="02020603050405020304" pitchFamily="18" charset="0"/>
            </a:rPr>
            <a:t>TXT</a:t>
          </a:r>
        </a:p>
      </dsp:txBody>
      <dsp:txXfrm>
        <a:off x="4683494" y="1954427"/>
        <a:ext cx="995054" cy="649890"/>
      </dsp:txXfrm>
    </dsp:sp>
    <dsp:sp modelId="{D37F1EB9-0839-4D17-8F37-97EC5A6D5CE6}">
      <dsp:nvSpPr>
        <dsp:cNvPr id="0" name=""/>
        <dsp:cNvSpPr/>
      </dsp:nvSpPr>
      <dsp:spPr>
        <a:xfrm>
          <a:off x="3834881" y="1658076"/>
          <a:ext cx="2692281" cy="276131"/>
        </a:xfrm>
        <a:custGeom>
          <a:avLst/>
          <a:gdLst/>
          <a:ahLst/>
          <a:cxnLst/>
          <a:rect l="0" t="0" r="0" b="0"/>
          <a:pathLst>
            <a:path>
              <a:moveTo>
                <a:pt x="0" y="0"/>
              </a:moveTo>
              <a:lnTo>
                <a:pt x="0" y="138065"/>
              </a:lnTo>
              <a:lnTo>
                <a:pt x="2692281" y="138065"/>
              </a:lnTo>
              <a:lnTo>
                <a:pt x="2692281" y="27613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FE0F435-7791-4CFB-8C97-F3ABC9EFAD4E}">
      <dsp:nvSpPr>
        <dsp:cNvPr id="0" name=""/>
        <dsp:cNvSpPr/>
      </dsp:nvSpPr>
      <dsp:spPr>
        <a:xfrm>
          <a:off x="6009416" y="1934208"/>
          <a:ext cx="1035492" cy="69032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dirty="0">
              <a:latin typeface="Times New Roman" panose="02020603050405020304" pitchFamily="18" charset="0"/>
              <a:cs typeface="Times New Roman" panose="02020603050405020304" pitchFamily="18" charset="0"/>
            </a:rPr>
            <a:t>TLK</a:t>
          </a:r>
        </a:p>
      </dsp:txBody>
      <dsp:txXfrm>
        <a:off x="6029635" y="1954427"/>
        <a:ext cx="995054" cy="649890"/>
      </dsp:txXfrm>
    </dsp:sp>
    <dsp:sp modelId="{11FC7828-91BD-4100-81C6-8336B5FB3B4A}">
      <dsp:nvSpPr>
        <dsp:cNvPr id="0" name=""/>
        <dsp:cNvSpPr/>
      </dsp:nvSpPr>
      <dsp:spPr>
        <a:xfrm>
          <a:off x="4507951" y="691616"/>
          <a:ext cx="673070" cy="276131"/>
        </a:xfrm>
        <a:custGeom>
          <a:avLst/>
          <a:gdLst/>
          <a:ahLst/>
          <a:cxnLst/>
          <a:rect l="0" t="0" r="0" b="0"/>
          <a:pathLst>
            <a:path>
              <a:moveTo>
                <a:pt x="0" y="0"/>
              </a:moveTo>
              <a:lnTo>
                <a:pt x="0" y="138065"/>
              </a:lnTo>
              <a:lnTo>
                <a:pt x="673070" y="138065"/>
              </a:lnTo>
              <a:lnTo>
                <a:pt x="673070" y="27613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8038B79-5181-4378-B886-BD3AB9E6DFEB}">
      <dsp:nvSpPr>
        <dsp:cNvPr id="0" name=""/>
        <dsp:cNvSpPr/>
      </dsp:nvSpPr>
      <dsp:spPr>
        <a:xfrm>
          <a:off x="4663275" y="967748"/>
          <a:ext cx="1035492" cy="69032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dirty="0">
              <a:latin typeface="Times New Roman" panose="02020603050405020304" pitchFamily="18" charset="0"/>
              <a:cs typeface="Times New Roman" panose="02020603050405020304" pitchFamily="18" charset="0"/>
            </a:rPr>
            <a:t>NO_CM</a:t>
          </a:r>
        </a:p>
      </dsp:txBody>
      <dsp:txXfrm>
        <a:off x="4683494" y="987967"/>
        <a:ext cx="995054" cy="64989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68DC72-0701-4922-B9D1-CBFB540736DA}" type="datetimeFigureOut">
              <a:rPr lang="en-IN" smtClean="0"/>
              <a:t>18-05-2025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C433DB3-0243-45D5-87FD-27D2F51D2003}" type="slidenum">
              <a:rPr lang="en-IN" smtClean="0"/>
              <a:t>‹#›</a:t>
            </a:fld>
            <a:endParaRPr lang="en-IN"/>
          </a:p>
        </p:txBody>
      </p:sp>
    </p:spTree>
    <p:extLst>
      <p:ext uri="{BB962C8B-B14F-4D97-AF65-F5344CB8AC3E}">
        <p14:creationId xmlns:p14="http://schemas.microsoft.com/office/powerpoint/2010/main" val="1069364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0" y="0"/>
            <a:ext cx="9152529" cy="736270"/>
          </a:xfrm>
          <a:prstGeom prst="rect">
            <a:avLst/>
          </a:prstGeom>
          <a:gradFill>
            <a:gsLst>
              <a:gs pos="1000">
                <a:srgbClr val="166018"/>
              </a:gs>
              <a:gs pos="52000">
                <a:srgbClr val="00B0F0"/>
              </a:gs>
              <a:gs pos="100000">
                <a:schemeClr val="tx2">
                  <a:lumMod val="75000"/>
                </a:schemeClr>
              </a:gs>
              <a:gs pos="100000">
                <a:srgbClr val="4D0808"/>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prstClr val="white"/>
                </a:solidFill>
                <a:latin typeface="Franklin Gothic Demi" pitchFamily="34" charset="0"/>
              </a:rPr>
              <a:t>INDIAN INSTITUTE OF TECHNOLOGY ROORKEE</a:t>
            </a:r>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377895" y="-1281"/>
            <a:ext cx="755828" cy="732103"/>
          </a:xfrm>
          <a:prstGeom prst="rect">
            <a:avLst/>
          </a:prstGeom>
        </p:spPr>
      </p:pic>
      <p:pic>
        <p:nvPicPr>
          <p:cNvPr id="1027" name="Picture 3"/>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5006150"/>
            <a:ext cx="9133727" cy="185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77814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stretch>
            <a:fillRect/>
          </a:stretch>
        </p:blipFill>
        <p:spPr>
          <a:xfrm>
            <a:off x="8164285" y="-1480"/>
            <a:ext cx="979715" cy="961360"/>
          </a:xfrm>
          <a:prstGeom prst="rect">
            <a:avLst/>
          </a:prstGeom>
        </p:spPr>
      </p:pic>
      <p:cxnSp>
        <p:nvCxnSpPr>
          <p:cNvPr id="8" name="Straight Connector 7"/>
          <p:cNvCxnSpPr/>
          <p:nvPr userDrawn="1"/>
        </p:nvCxnSpPr>
        <p:spPr>
          <a:xfrm>
            <a:off x="0" y="990600"/>
            <a:ext cx="9144000" cy="0"/>
          </a:xfrm>
          <a:prstGeom prst="line">
            <a:avLst/>
          </a:prstGeom>
          <a:ln w="508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0" y="6756400"/>
            <a:ext cx="9144000" cy="0"/>
          </a:xfrm>
          <a:prstGeom prst="line">
            <a:avLst/>
          </a:prstGeom>
          <a:ln w="2222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10"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64197" y="6447291"/>
            <a:ext cx="16668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p:cNvPicPr>
            <a:picLocks noChangeAspect="1"/>
          </p:cNvPicPr>
          <p:nvPr userDrawn="1"/>
        </p:nvPicPr>
        <p:blipFill>
          <a:blip r:embed="rId4">
            <a:lum bright="3000"/>
          </a:blip>
          <a:stretch>
            <a:fillRect/>
          </a:stretch>
        </p:blipFill>
        <p:spPr>
          <a:xfrm>
            <a:off x="1873072" y="2118212"/>
            <a:ext cx="5321656" cy="3510576"/>
          </a:xfrm>
          <a:prstGeom prst="rect">
            <a:avLst/>
          </a:prstGeom>
        </p:spPr>
      </p:pic>
      <p:sp>
        <p:nvSpPr>
          <p:cNvPr id="17" name="Slide Number Placeholder 5"/>
          <p:cNvSpPr txBox="1">
            <a:spLocks/>
          </p:cNvSpPr>
          <p:nvPr userDrawn="1"/>
        </p:nvSpPr>
        <p:spPr>
          <a:xfrm>
            <a:off x="8382001" y="6607628"/>
            <a:ext cx="762000" cy="198808"/>
          </a:xfrm>
          <a:prstGeom prst="rect">
            <a:avLst/>
          </a:prstGeom>
        </p:spPr>
        <p:txBody>
          <a:bodyPr/>
          <a:lstStyle>
            <a:defPPr>
              <a:defRPr lang="en-US"/>
            </a:defPPr>
            <a:lvl1pPr algn="l" rtl="0" eaLnBrk="0" fontAlgn="base" hangingPunct="0">
              <a:spcBef>
                <a:spcPct val="0"/>
              </a:spcBef>
              <a:spcAft>
                <a:spcPct val="0"/>
              </a:spcAft>
              <a:defRPr sz="1400" b="1" kern="1200">
                <a:solidFill>
                  <a:schemeClr val="bg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a:lstStyle>
          <a:p>
            <a:pPr algn="r">
              <a:defRPr/>
            </a:pPr>
            <a:fld id="{0FF7DBA9-935E-47CE-962B-4680C9109015}" type="slidenum">
              <a:rPr lang="en-US" altLang="en-US" smtClean="0"/>
              <a:pPr algn="r">
                <a:defRPr/>
              </a:pPr>
              <a:t>‹#›</a:t>
            </a:fld>
            <a:endParaRPr lang="en-US" altLang="en-US" dirty="0"/>
          </a:p>
        </p:txBody>
      </p:sp>
      <p:sp>
        <p:nvSpPr>
          <p:cNvPr id="11" name="Title 1"/>
          <p:cNvSpPr>
            <a:spLocks noGrp="1"/>
          </p:cNvSpPr>
          <p:nvPr>
            <p:ph type="title"/>
          </p:nvPr>
        </p:nvSpPr>
        <p:spPr>
          <a:xfrm>
            <a:off x="180654" y="202990"/>
            <a:ext cx="7042080" cy="554587"/>
          </a:xfrm>
        </p:spPr>
        <p:txBody>
          <a:bodyPr/>
          <a:lstStyle>
            <a:lvl1pPr algn="l">
              <a:defRPr sz="3200" b="1"/>
            </a:lvl1pPr>
          </a:lstStyle>
          <a:p>
            <a:r>
              <a:rPr lang="en-US" dirty="0"/>
              <a:t>Click to edit Master title style</a:t>
            </a:r>
            <a:endParaRPr lang="en-IN" dirty="0"/>
          </a:p>
        </p:txBody>
      </p:sp>
      <p:sp>
        <p:nvSpPr>
          <p:cNvPr id="12" name="Content Placeholder 3"/>
          <p:cNvSpPr>
            <a:spLocks noGrp="1"/>
          </p:cNvSpPr>
          <p:nvPr>
            <p:ph sz="half" idx="2"/>
          </p:nvPr>
        </p:nvSpPr>
        <p:spPr>
          <a:xfrm>
            <a:off x="180653" y="1173984"/>
            <a:ext cx="8768137" cy="5223272"/>
          </a:xfrm>
        </p:spPr>
        <p:txBody>
          <a:bodyPr/>
          <a:lstStyle>
            <a:lvl1pPr>
              <a:defRPr sz="240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18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218656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TxTwoObj" preserve="1">
  <p:cSld name="Comparison Slide">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a:lum bright="3000"/>
          </a:blip>
          <a:stretch>
            <a:fillRect/>
          </a:stretch>
        </p:blipFill>
        <p:spPr>
          <a:xfrm>
            <a:off x="1873072" y="2118212"/>
            <a:ext cx="5321656" cy="3510576"/>
          </a:xfrm>
          <a:prstGeom prst="rect">
            <a:avLst/>
          </a:prstGeom>
        </p:spPr>
      </p:pic>
      <p:sp>
        <p:nvSpPr>
          <p:cNvPr id="2" name="Title 1"/>
          <p:cNvSpPr>
            <a:spLocks noGrp="1"/>
          </p:cNvSpPr>
          <p:nvPr>
            <p:ph type="title"/>
          </p:nvPr>
        </p:nvSpPr>
        <p:spPr>
          <a:xfrm>
            <a:off x="180654" y="202990"/>
            <a:ext cx="7042080" cy="554587"/>
          </a:xfrm>
        </p:spPr>
        <p:txBody>
          <a:bodyPr/>
          <a:lstStyle>
            <a:lvl1pPr algn="l">
              <a:defRPr sz="3200" b="1"/>
            </a:lvl1pPr>
          </a:lstStyle>
          <a:p>
            <a:r>
              <a:rPr lang="en-US" dirty="0"/>
              <a:t>Click to edit Master title style</a:t>
            </a:r>
            <a:endParaRPr lang="en-IN" dirty="0"/>
          </a:p>
        </p:txBody>
      </p:sp>
      <p:sp>
        <p:nvSpPr>
          <p:cNvPr id="3" name="Text Placeholder 2"/>
          <p:cNvSpPr>
            <a:spLocks noGrp="1"/>
          </p:cNvSpPr>
          <p:nvPr>
            <p:ph type="body" idx="1"/>
          </p:nvPr>
        </p:nvSpPr>
        <p:spPr>
          <a:xfrm>
            <a:off x="180654" y="1132413"/>
            <a:ext cx="4288604" cy="48063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80654" y="1613043"/>
            <a:ext cx="4288604" cy="478421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Text Placeholder 4"/>
          <p:cNvSpPr>
            <a:spLocks noGrp="1"/>
          </p:cNvSpPr>
          <p:nvPr>
            <p:ph type="body" sz="quarter" idx="3"/>
          </p:nvPr>
        </p:nvSpPr>
        <p:spPr>
          <a:xfrm>
            <a:off x="4645025" y="1125166"/>
            <a:ext cx="4242121" cy="48787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613043"/>
            <a:ext cx="4242121" cy="478421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pic>
        <p:nvPicPr>
          <p:cNvPr id="10" name="Picture 9"/>
          <p:cNvPicPr>
            <a:picLocks noChangeAspect="1"/>
          </p:cNvPicPr>
          <p:nvPr userDrawn="1"/>
        </p:nvPicPr>
        <p:blipFill>
          <a:blip r:embed="rId3"/>
          <a:stretch>
            <a:fillRect/>
          </a:stretch>
        </p:blipFill>
        <p:spPr>
          <a:xfrm>
            <a:off x="8164285" y="-1480"/>
            <a:ext cx="979715" cy="961360"/>
          </a:xfrm>
          <a:prstGeom prst="rect">
            <a:avLst/>
          </a:prstGeom>
        </p:spPr>
      </p:pic>
      <p:cxnSp>
        <p:nvCxnSpPr>
          <p:cNvPr id="11" name="Straight Connector 10"/>
          <p:cNvCxnSpPr/>
          <p:nvPr userDrawn="1"/>
        </p:nvCxnSpPr>
        <p:spPr>
          <a:xfrm>
            <a:off x="0" y="990600"/>
            <a:ext cx="9144000" cy="0"/>
          </a:xfrm>
          <a:prstGeom prst="line">
            <a:avLst/>
          </a:prstGeom>
          <a:ln w="508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a:off x="0" y="6756400"/>
            <a:ext cx="9144000" cy="0"/>
          </a:xfrm>
          <a:prstGeom prst="line">
            <a:avLst/>
          </a:prstGeom>
          <a:ln w="2222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14"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7464197" y="6447291"/>
            <a:ext cx="16668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Slide Number Placeholder 5"/>
          <p:cNvSpPr txBox="1">
            <a:spLocks/>
          </p:cNvSpPr>
          <p:nvPr userDrawn="1"/>
        </p:nvSpPr>
        <p:spPr>
          <a:xfrm>
            <a:off x="8382001" y="6607628"/>
            <a:ext cx="762000" cy="198808"/>
          </a:xfrm>
          <a:prstGeom prst="rect">
            <a:avLst/>
          </a:prstGeom>
        </p:spPr>
        <p:txBody>
          <a:bodyPr/>
          <a:lstStyle>
            <a:defPPr>
              <a:defRPr lang="en-US"/>
            </a:defPPr>
            <a:lvl1pPr algn="l" rtl="0" eaLnBrk="0" fontAlgn="base" hangingPunct="0">
              <a:spcBef>
                <a:spcPct val="0"/>
              </a:spcBef>
              <a:spcAft>
                <a:spcPct val="0"/>
              </a:spcAft>
              <a:defRPr sz="1400" b="1" kern="1200">
                <a:solidFill>
                  <a:schemeClr val="bg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a:lstStyle>
          <a:p>
            <a:pPr algn="r">
              <a:defRPr/>
            </a:pPr>
            <a:fld id="{0FF7DBA9-935E-47CE-962B-4680C9109015}" type="slidenum">
              <a:rPr lang="en-US" altLang="en-US" smtClean="0"/>
              <a:pPr algn="r">
                <a:defRPr/>
              </a:pPr>
              <a:t>‹#›</a:t>
            </a:fld>
            <a:endParaRPr lang="en-US" altLang="en-US" dirty="0"/>
          </a:p>
        </p:txBody>
      </p:sp>
    </p:spTree>
    <p:extLst>
      <p:ext uri="{BB962C8B-B14F-4D97-AF65-F5344CB8AC3E}">
        <p14:creationId xmlns:p14="http://schemas.microsoft.com/office/powerpoint/2010/main" val="2618922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lum bright="3000"/>
          </a:blip>
          <a:stretch>
            <a:fillRect/>
          </a:stretch>
        </p:blipFill>
        <p:spPr>
          <a:xfrm>
            <a:off x="1873072" y="2118212"/>
            <a:ext cx="5321656" cy="3510576"/>
          </a:xfrm>
          <a:prstGeom prst="rect">
            <a:avLst/>
          </a:prstGeom>
        </p:spPr>
      </p:pic>
      <p:pic>
        <p:nvPicPr>
          <p:cNvPr id="6" name="Picture 5"/>
          <p:cNvPicPr>
            <a:picLocks noChangeAspect="1"/>
          </p:cNvPicPr>
          <p:nvPr userDrawn="1"/>
        </p:nvPicPr>
        <p:blipFill>
          <a:blip r:embed="rId3"/>
          <a:stretch>
            <a:fillRect/>
          </a:stretch>
        </p:blipFill>
        <p:spPr>
          <a:xfrm>
            <a:off x="8164285" y="-1480"/>
            <a:ext cx="979715" cy="961360"/>
          </a:xfrm>
          <a:prstGeom prst="rect">
            <a:avLst/>
          </a:prstGeom>
        </p:spPr>
      </p:pic>
      <p:cxnSp>
        <p:nvCxnSpPr>
          <p:cNvPr id="7" name="Straight Connector 6"/>
          <p:cNvCxnSpPr/>
          <p:nvPr userDrawn="1"/>
        </p:nvCxnSpPr>
        <p:spPr>
          <a:xfrm>
            <a:off x="0" y="990600"/>
            <a:ext cx="9144000" cy="0"/>
          </a:xfrm>
          <a:prstGeom prst="line">
            <a:avLst/>
          </a:prstGeom>
          <a:ln w="508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userDrawn="1"/>
        </p:nvCxnSpPr>
        <p:spPr>
          <a:xfrm>
            <a:off x="0" y="6756400"/>
            <a:ext cx="9144000" cy="0"/>
          </a:xfrm>
          <a:prstGeom prst="line">
            <a:avLst/>
          </a:prstGeom>
          <a:ln w="2222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9"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7464197" y="6447291"/>
            <a:ext cx="16668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Slide Number Placeholder 5"/>
          <p:cNvSpPr txBox="1">
            <a:spLocks/>
          </p:cNvSpPr>
          <p:nvPr userDrawn="1"/>
        </p:nvSpPr>
        <p:spPr>
          <a:xfrm>
            <a:off x="8382001" y="6607628"/>
            <a:ext cx="762000" cy="198808"/>
          </a:xfrm>
          <a:prstGeom prst="rect">
            <a:avLst/>
          </a:prstGeom>
        </p:spPr>
        <p:txBody>
          <a:bodyPr/>
          <a:lstStyle>
            <a:defPPr>
              <a:defRPr lang="en-US"/>
            </a:defPPr>
            <a:lvl1pPr algn="l" rtl="0" eaLnBrk="0" fontAlgn="base" hangingPunct="0">
              <a:spcBef>
                <a:spcPct val="0"/>
              </a:spcBef>
              <a:spcAft>
                <a:spcPct val="0"/>
              </a:spcAft>
              <a:defRPr sz="1400" b="1" kern="1200">
                <a:solidFill>
                  <a:schemeClr val="bg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a:lstStyle>
          <a:p>
            <a:pPr algn="r">
              <a:defRPr/>
            </a:pPr>
            <a:fld id="{0FF7DBA9-935E-47CE-962B-4680C9109015}" type="slidenum">
              <a:rPr lang="en-US" altLang="en-US" smtClean="0"/>
              <a:pPr algn="r">
                <a:defRPr/>
              </a:pPr>
              <a:t>‹#›</a:t>
            </a:fld>
            <a:endParaRPr lang="en-US" altLang="en-US" dirty="0"/>
          </a:p>
        </p:txBody>
      </p:sp>
    </p:spTree>
    <p:extLst>
      <p:ext uri="{BB962C8B-B14F-4D97-AF65-F5344CB8AC3E}">
        <p14:creationId xmlns:p14="http://schemas.microsoft.com/office/powerpoint/2010/main" val="77751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17" name="Slide Number Placeholder 5"/>
          <p:cNvSpPr txBox="1">
            <a:spLocks/>
          </p:cNvSpPr>
          <p:nvPr userDrawn="1"/>
        </p:nvSpPr>
        <p:spPr>
          <a:xfrm>
            <a:off x="8382001" y="6607628"/>
            <a:ext cx="762000" cy="198808"/>
          </a:xfrm>
          <a:prstGeom prst="rect">
            <a:avLst/>
          </a:prstGeom>
        </p:spPr>
        <p:txBody>
          <a:bodyPr/>
          <a:lstStyle>
            <a:defPPr>
              <a:defRPr lang="en-US"/>
            </a:defPPr>
            <a:lvl1pPr algn="l" rtl="0" eaLnBrk="0" fontAlgn="base" hangingPunct="0">
              <a:spcBef>
                <a:spcPct val="0"/>
              </a:spcBef>
              <a:spcAft>
                <a:spcPct val="0"/>
              </a:spcAft>
              <a:defRPr sz="1400" b="1" kern="1200">
                <a:solidFill>
                  <a:schemeClr val="bg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a:lstStyle>
          <a:p>
            <a:pPr algn="r">
              <a:defRPr/>
            </a:pPr>
            <a:fld id="{0FF7DBA9-935E-47CE-962B-4680C9109015}" type="slidenum">
              <a:rPr lang="en-US" altLang="en-US" smtClean="0"/>
              <a:pPr algn="r">
                <a:defRPr/>
              </a:pPr>
              <a:t>‹#›</a:t>
            </a:fld>
            <a:endParaRPr lang="en-US" altLang="en-US" dirty="0"/>
          </a:p>
        </p:txBody>
      </p:sp>
      <p:sp>
        <p:nvSpPr>
          <p:cNvPr id="11" name="Title 1"/>
          <p:cNvSpPr>
            <a:spLocks noGrp="1"/>
          </p:cNvSpPr>
          <p:nvPr>
            <p:ph type="title" hasCustomPrompt="1"/>
          </p:nvPr>
        </p:nvSpPr>
        <p:spPr>
          <a:xfrm>
            <a:off x="3363913" y="2971801"/>
            <a:ext cx="2452687" cy="711200"/>
          </a:xfrm>
        </p:spPr>
        <p:txBody>
          <a:bodyPr anchor="t"/>
          <a:lstStyle>
            <a:lvl1pPr algn="ctr">
              <a:defRPr sz="3600" b="1" cap="none"/>
            </a:lvl1pPr>
          </a:lstStyle>
          <a:p>
            <a:r>
              <a:rPr lang="en-US" dirty="0"/>
              <a:t>Thanks…</a:t>
            </a:r>
            <a:endParaRPr lang="en-IN" dirty="0"/>
          </a:p>
        </p:txBody>
      </p:sp>
      <p:cxnSp>
        <p:nvCxnSpPr>
          <p:cNvPr id="12" name="Straight Connector 11"/>
          <p:cNvCxnSpPr/>
          <p:nvPr userDrawn="1"/>
        </p:nvCxnSpPr>
        <p:spPr>
          <a:xfrm>
            <a:off x="3595524" y="3619535"/>
            <a:ext cx="2009553" cy="0"/>
          </a:xfrm>
          <a:prstGeom prst="line">
            <a:avLst/>
          </a:prstGeom>
          <a:ln w="508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90766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fld id="{247F8E96-40AA-459E-91AA-55A5F97CAAA0}" type="datetime1">
              <a:rPr lang="en-US" smtClean="0">
                <a:solidFill>
                  <a:prstClr val="black">
                    <a:tint val="75000"/>
                  </a:prstClr>
                </a:solidFill>
              </a:rPr>
              <a:t>5/18/2025</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D4CB9294-F9FF-4346-BE48-1C04129C722B}" type="slidenum">
              <a:rPr lang="en-US" altLang="en-US">
                <a:solidFill>
                  <a:prstClr val="black">
                    <a:tint val="75000"/>
                  </a:prstClr>
                </a:solidFill>
              </a:rPr>
              <a:pPr>
                <a:defRPr/>
              </a:pPr>
              <a:t>‹#›</a:t>
            </a:fld>
            <a:endParaRPr lang="en-US" altLang="en-US">
              <a:solidFill>
                <a:prstClr val="black">
                  <a:tint val="75000"/>
                </a:prstClr>
              </a:solidFill>
            </a:endParaRPr>
          </a:p>
        </p:txBody>
      </p:sp>
    </p:spTree>
    <p:extLst>
      <p:ext uri="{BB962C8B-B14F-4D97-AF65-F5344CB8AC3E}">
        <p14:creationId xmlns:p14="http://schemas.microsoft.com/office/powerpoint/2010/main" val="198616290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701" r:id="rId3"/>
    <p:sldLayoutId id="2147483703" r:id="rId4"/>
    <p:sldLayoutId id="2147483708" r:id="rId5"/>
  </p:sldLayoutIdLst>
  <p:hf hdr="0" ft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2.xml"/><Relationship Id="rId4" Type="http://schemas.openxmlformats.org/officeDocument/2006/relationships/image" Target="../media/image16.jpg"/></Relationships>
</file>

<file path=ppt/slides/_rels/slide10.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4.jp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4.jp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file:///C:\Users\SATHVIKA%20MADDIPATI\Downloads\22113083_Maddipati%20Sathvika.zip" TargetMode="External"/><Relationship Id="rId2" Type="http://schemas.openxmlformats.org/officeDocument/2006/relationships/hyperlink" Target="https://www.sciencedirect.com/science/article/pii/S0001457524004573#f0015"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idx="4294967295"/>
          </p:nvPr>
        </p:nvSpPr>
        <p:spPr>
          <a:xfrm>
            <a:off x="948416" y="803964"/>
            <a:ext cx="7247166" cy="499336"/>
          </a:xfrm>
        </p:spPr>
        <p:txBody>
          <a:bodyPr/>
          <a:lstStyle>
            <a:lvl1pPr algn="ctr">
              <a:defRPr sz="2800" b="1">
                <a:latin typeface="+mn-lt"/>
              </a:defRPr>
            </a:lvl1pPr>
          </a:lstStyle>
          <a:p>
            <a:r>
              <a:rPr lang="en-US" sz="2400" dirty="0">
                <a:latin typeface="Times New Roman" panose="02020603050405020304" pitchFamily="18" charset="0"/>
                <a:cs typeface="Times New Roman" panose="02020603050405020304" pitchFamily="18" charset="0"/>
              </a:rPr>
              <a:t>CEN-300:Practical Problem</a:t>
            </a:r>
            <a:endParaRPr lang="en-IN" sz="2400" dirty="0">
              <a:latin typeface="Times New Roman" panose="02020603050405020304" pitchFamily="18" charset="0"/>
              <a:cs typeface="Times New Roman" panose="02020603050405020304" pitchFamily="18" charset="0"/>
            </a:endParaRPr>
          </a:p>
        </p:txBody>
      </p:sp>
      <p:sp>
        <p:nvSpPr>
          <p:cNvPr id="9" name="Text Placeholder 2"/>
          <p:cNvSpPr>
            <a:spLocks noGrp="1"/>
          </p:cNvSpPr>
          <p:nvPr>
            <p:ph type="body" idx="4294967295"/>
          </p:nvPr>
        </p:nvSpPr>
        <p:spPr>
          <a:xfrm>
            <a:off x="1069520" y="3900195"/>
            <a:ext cx="7247166" cy="1346717"/>
          </a:xfrm>
        </p:spPr>
        <p:txBody>
          <a:bodyPr anchor="b"/>
          <a:lstStyle>
            <a:lvl1pPr marL="0" indent="0" algn="ctr">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z="1800" dirty="0">
                <a:latin typeface="Times New Roman" panose="02020603050405020304" pitchFamily="18" charset="0"/>
                <a:cs typeface="Times New Roman" panose="02020603050405020304" pitchFamily="18" charset="0"/>
              </a:rPr>
              <a:t>Hansika Soni(22113054)</a:t>
            </a:r>
          </a:p>
          <a:p>
            <a:pPr lvl="0"/>
            <a:r>
              <a:rPr lang="en-US" sz="1800" dirty="0">
                <a:latin typeface="Times New Roman" panose="02020603050405020304" pitchFamily="18" charset="0"/>
                <a:cs typeface="Times New Roman" panose="02020603050405020304" pitchFamily="18" charset="0"/>
              </a:rPr>
              <a:t>Kare Dinesh Kumar(22113071)</a:t>
            </a:r>
          </a:p>
          <a:p>
            <a:pPr lvl="0"/>
            <a:r>
              <a:rPr lang="en-US" sz="1800" dirty="0">
                <a:latin typeface="Times New Roman" panose="02020603050405020304" pitchFamily="18" charset="0"/>
                <a:cs typeface="Times New Roman" panose="02020603050405020304" pitchFamily="18" charset="0"/>
              </a:rPr>
              <a:t>Khushi Bhati(22113077)</a:t>
            </a:r>
          </a:p>
          <a:p>
            <a:pPr lvl="0"/>
            <a:r>
              <a:rPr lang="en-US" sz="1800" dirty="0">
                <a:latin typeface="Times New Roman" panose="02020603050405020304" pitchFamily="18" charset="0"/>
                <a:cs typeface="Times New Roman" panose="02020603050405020304" pitchFamily="18" charset="0"/>
              </a:rPr>
              <a:t>Maddipati Sathvika(22113083)</a:t>
            </a:r>
          </a:p>
        </p:txBody>
      </p:sp>
      <p:sp>
        <p:nvSpPr>
          <p:cNvPr id="15" name="Text Placeholder 2"/>
          <p:cNvSpPr>
            <a:spLocks noGrp="1"/>
          </p:cNvSpPr>
          <p:nvPr>
            <p:ph type="body" idx="4294967295"/>
          </p:nvPr>
        </p:nvSpPr>
        <p:spPr>
          <a:xfrm>
            <a:off x="1069520" y="3429000"/>
            <a:ext cx="7247166" cy="423370"/>
          </a:xfrm>
        </p:spPr>
        <p:txBody>
          <a:bodyPr anchor="b"/>
          <a:lstStyle>
            <a:lvl1pPr marL="0" indent="0" algn="ctr">
              <a:buNone/>
              <a:defRPr sz="2000" b="1" i="1">
                <a:solidFill>
                  <a:srgbClr val="000099"/>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sz="2400" i="0">
                <a:latin typeface="Times New Roman"/>
                <a:ea typeface="Calibri"/>
                <a:cs typeface="Calibri"/>
              </a:rPr>
              <a:t>Visual Attention Behavior of Distracted Pedestrians</a:t>
            </a:r>
          </a:p>
        </p:txBody>
      </p:sp>
      <p:pic>
        <p:nvPicPr>
          <p:cNvPr id="3" name="Graphic 2">
            <a:extLst>
              <a:ext uri="{FF2B5EF4-FFF2-40B4-BE49-F238E27FC236}">
                <a16:creationId xmlns:a16="http://schemas.microsoft.com/office/drawing/2014/main" id="{63B1F140-5FFC-64D4-6FCB-4D156AF5688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78288" y="1464002"/>
            <a:ext cx="1987421" cy="1804295"/>
          </a:xfrm>
          <a:prstGeom prst="rect">
            <a:avLst/>
          </a:prstGeom>
        </p:spPr>
      </p:pic>
    </p:spTree>
    <p:extLst>
      <p:ext uri="{BB962C8B-B14F-4D97-AF65-F5344CB8AC3E}">
        <p14:creationId xmlns:p14="http://schemas.microsoft.com/office/powerpoint/2010/main" val="202677207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7301D-BE4A-C6A7-7232-DAD557D87CDD}"/>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Index</a:t>
            </a:r>
          </a:p>
        </p:txBody>
      </p:sp>
      <p:sp>
        <p:nvSpPr>
          <p:cNvPr id="3" name="Content Placeholder 2">
            <a:extLst>
              <a:ext uri="{FF2B5EF4-FFF2-40B4-BE49-F238E27FC236}">
                <a16:creationId xmlns:a16="http://schemas.microsoft.com/office/drawing/2014/main" id="{713FD67F-871E-6978-B0D9-BDE3A6D9C232}"/>
              </a:ext>
            </a:extLst>
          </p:cNvPr>
          <p:cNvSpPr>
            <a:spLocks noGrp="1"/>
          </p:cNvSpPr>
          <p:nvPr>
            <p:ph sz="half" idx="2"/>
          </p:nvPr>
        </p:nvSpPr>
        <p:spPr/>
        <p:txBody>
          <a:bodyPr/>
          <a:lstStyle/>
          <a:p>
            <a:r>
              <a:rPr lang="en-IN" sz="2000" b="1" dirty="0">
                <a:latin typeface="Times New Roman" panose="02020603050405020304" pitchFamily="18" charset="0"/>
                <a:cs typeface="Times New Roman" panose="02020603050405020304" pitchFamily="18" charset="0"/>
              </a:rPr>
              <a:t>Introduction</a:t>
            </a:r>
          </a:p>
          <a:p>
            <a:r>
              <a:rPr lang="en-IN" sz="2000" b="1" dirty="0">
                <a:latin typeface="Times New Roman" panose="02020603050405020304" pitchFamily="18" charset="0"/>
                <a:cs typeface="Times New Roman" panose="02020603050405020304" pitchFamily="18" charset="0"/>
              </a:rPr>
              <a:t>Experiment Simulator</a:t>
            </a:r>
          </a:p>
          <a:p>
            <a:r>
              <a:rPr lang="en-IN" sz="2000" b="1" dirty="0">
                <a:latin typeface="Times New Roman" panose="02020603050405020304" pitchFamily="18" charset="0"/>
                <a:cs typeface="Times New Roman" panose="02020603050405020304" pitchFamily="18" charset="0"/>
              </a:rPr>
              <a:t>Conditions of Experiment</a:t>
            </a:r>
          </a:p>
          <a:p>
            <a:r>
              <a:rPr lang="en-IN" sz="2000" b="1" dirty="0">
                <a:latin typeface="Times New Roman" panose="02020603050405020304" pitchFamily="18" charset="0"/>
                <a:cs typeface="Times New Roman" panose="02020603050405020304" pitchFamily="18" charset="0"/>
              </a:rPr>
              <a:t> Activities Recorded</a:t>
            </a:r>
          </a:p>
          <a:p>
            <a:r>
              <a:rPr lang="en-IN" sz="2000" b="1" dirty="0">
                <a:latin typeface="Times New Roman" panose="02020603050405020304" pitchFamily="18" charset="0"/>
                <a:cs typeface="Times New Roman" panose="02020603050405020304" pitchFamily="18" charset="0"/>
              </a:rPr>
              <a:t>Data Extraction</a:t>
            </a:r>
          </a:p>
          <a:p>
            <a:r>
              <a:rPr lang="en-IN" sz="2000" b="1" dirty="0">
                <a:latin typeface="Times New Roman" panose="02020603050405020304" pitchFamily="18" charset="0"/>
                <a:cs typeface="Times New Roman" panose="02020603050405020304" pitchFamily="18" charset="0"/>
              </a:rPr>
              <a:t>Data Transformation</a:t>
            </a:r>
          </a:p>
          <a:p>
            <a:r>
              <a:rPr lang="en-IN" sz="2000" b="1" dirty="0">
                <a:latin typeface="Times New Roman" panose="02020603050405020304" pitchFamily="18" charset="0"/>
                <a:cs typeface="Times New Roman" panose="02020603050405020304" pitchFamily="18" charset="0"/>
              </a:rPr>
              <a:t>Data Description </a:t>
            </a:r>
          </a:p>
          <a:p>
            <a:r>
              <a:rPr lang="en-IN" sz="2000" b="1" dirty="0">
                <a:latin typeface="Times New Roman" panose="02020603050405020304" pitchFamily="18" charset="0"/>
                <a:cs typeface="Times New Roman" panose="02020603050405020304" pitchFamily="18" charset="0"/>
              </a:rPr>
              <a:t>Results</a:t>
            </a:r>
          </a:p>
          <a:p>
            <a:endParaRPr lang="en-IN" dirty="0"/>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26877019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sz="half" idx="2"/>
          </p:nvPr>
        </p:nvSpPr>
        <p:spPr/>
        <p:txBody>
          <a:bodyPr/>
          <a:lstStyle/>
          <a:p>
            <a:pPr marL="0" indent="0" algn="just">
              <a:buNone/>
            </a:pPr>
            <a:r>
              <a:rPr lang="en-US" sz="1600" dirty="0">
                <a:latin typeface="Times New Roman" panose="02020603050405020304" pitchFamily="18" charset="0"/>
                <a:cs typeface="Times New Roman" panose="02020603050405020304" pitchFamily="18" charset="0"/>
              </a:rPr>
              <a:t> Pedestrian safety remains a critical global issue, with road crossing being one of the most cognitively demanding pedestrian tasks. Successful crossing requires constant situational awareness and relies heavily on both explicit cues (such as traffic signals and honking) and implicit communication (such as gaze and gestures). Among these, gaze behavior plays a vital role in helping pedestrians assess traffic dynamics and determine safe crossing opportunities. However, multitasking activities like using a mobile phone or observing roadside advertisements can disrupt gaze patterns and impair attention. This study aims to model Average Fixation Duration (AFD) as a metric to understand how such distractions impact situational awareness during road crossings.</a:t>
            </a:r>
            <a:endParaRPr lang="en-US" dirty="0">
              <a:latin typeface="Times New Roman" panose="02020603050405020304" pitchFamily="18" charset="0"/>
              <a:cs typeface="Times New Roman" panose="02020603050405020304" pitchFamily="18" charset="0"/>
            </a:endParaRPr>
          </a:p>
        </p:txBody>
      </p:sp>
      <p:sp>
        <p:nvSpPr>
          <p:cNvPr id="7" name="Rectangle 4">
            <a:extLst>
              <a:ext uri="{FF2B5EF4-FFF2-40B4-BE49-F238E27FC236}">
                <a16:creationId xmlns:a16="http://schemas.microsoft.com/office/drawing/2014/main" id="{4375CF63-A01C-AFB7-9E7F-D6D120CB5ABC}"/>
              </a:ext>
            </a:extLst>
          </p:cNvPr>
          <p:cNvSpPr>
            <a:spLocks noChangeArrowheads="1"/>
          </p:cNvSpPr>
          <p:nvPr/>
        </p:nvSpPr>
        <p:spPr bwMode="auto">
          <a:xfrm>
            <a:off x="0" y="930275"/>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278976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latin typeface="Times New Roman" panose="02020603050405020304" pitchFamily="18" charset="0"/>
                <a:cs typeface="Times New Roman" panose="02020603050405020304" pitchFamily="18" charset="0"/>
              </a:rPr>
              <a:t>Pedestrian Simulator</a:t>
            </a:r>
          </a:p>
        </p:txBody>
      </p:sp>
      <p:sp>
        <p:nvSpPr>
          <p:cNvPr id="4" name="Content Placeholder 3"/>
          <p:cNvSpPr>
            <a:spLocks noGrp="1"/>
          </p:cNvSpPr>
          <p:nvPr>
            <p:ph sz="half" idx="2"/>
          </p:nvPr>
        </p:nvSpPr>
        <p:spPr/>
        <p:txBody>
          <a:bodyPr/>
          <a:lstStyle/>
          <a:p>
            <a:pPr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 pedestrian simulator was used to replicate real-world road-crossing scenarios in a controlled environment.</a:t>
            </a:r>
          </a:p>
          <a:p>
            <a:pPr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Eye-tracking equipment was used to record gaze behavior, focusing on fixation-related metrics like Total Fixation Duration, Fixation Count, and Average Fixation Duration. </a:t>
            </a:r>
          </a:p>
        </p:txBody>
      </p:sp>
      <p:pic>
        <p:nvPicPr>
          <p:cNvPr id="13" name="Content Placeholder 12">
            <a:extLst>
              <a:ext uri="{FF2B5EF4-FFF2-40B4-BE49-F238E27FC236}">
                <a16:creationId xmlns:a16="http://schemas.microsoft.com/office/drawing/2014/main" id="{DA4E6F50-E178-558D-EADB-9F7A765FCE76}"/>
              </a:ext>
            </a:extLst>
          </p:cNvPr>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4721546" y="1114229"/>
            <a:ext cx="4241800" cy="2385724"/>
          </a:xfrm>
        </p:spPr>
      </p:pic>
      <p:pic>
        <p:nvPicPr>
          <p:cNvPr id="15" name="Picture 14">
            <a:extLst>
              <a:ext uri="{FF2B5EF4-FFF2-40B4-BE49-F238E27FC236}">
                <a16:creationId xmlns:a16="http://schemas.microsoft.com/office/drawing/2014/main" id="{F8826070-D367-9D42-B69C-43D171A236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73120" y="3574598"/>
            <a:ext cx="2547150" cy="2733871"/>
          </a:xfrm>
          <a:prstGeom prst="rect">
            <a:avLst/>
          </a:prstGeom>
        </p:spPr>
      </p:pic>
    </p:spTree>
    <p:extLst>
      <p:ext uri="{BB962C8B-B14F-4D97-AF65-F5344CB8AC3E}">
        <p14:creationId xmlns:p14="http://schemas.microsoft.com/office/powerpoint/2010/main" val="4197002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00AE-4D8F-BB07-23B5-67FC5B97B5B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Conditions of Experiment</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E4618CD7-F797-98B2-C9C5-AE5B981766F1}"/>
              </a:ext>
            </a:extLst>
          </p:cNvPr>
          <p:cNvSpPr>
            <a:spLocks noGrp="1"/>
          </p:cNvSpPr>
          <p:nvPr>
            <p:ph type="body" idx="1"/>
          </p:nvPr>
        </p:nvSpPr>
        <p:spPr>
          <a:xfrm>
            <a:off x="283396" y="1408612"/>
            <a:ext cx="4288604" cy="480630"/>
          </a:xfrm>
        </p:spPr>
        <p:txBody>
          <a:bodyPr/>
          <a:lstStyle/>
          <a:p>
            <a:r>
              <a:rPr lang="en-US" u="sng" dirty="0">
                <a:latin typeface="Times New Roman" panose="02020603050405020304" pitchFamily="18" charset="0"/>
                <a:cs typeface="Times New Roman" panose="02020603050405020304" pitchFamily="18" charset="0"/>
              </a:rPr>
              <a:t>Signalized</a:t>
            </a:r>
            <a:endParaRPr lang="en-IN" u="sng"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3A09F6FC-4DEF-1ABC-CB3C-9D6A63DC0050}"/>
              </a:ext>
            </a:extLst>
          </p:cNvPr>
          <p:cNvSpPr>
            <a:spLocks noGrp="1"/>
          </p:cNvSpPr>
          <p:nvPr>
            <p:ph sz="half" idx="2"/>
          </p:nvPr>
        </p:nvSpPr>
        <p:spPr>
          <a:xfrm>
            <a:off x="180653" y="2090058"/>
            <a:ext cx="8394179" cy="4068146"/>
          </a:xfrm>
        </p:spPr>
        <p:txBody>
          <a:bodyPr/>
          <a:lstStyle/>
          <a:p>
            <a:pPr marL="0" indent="0">
              <a:buNone/>
            </a:pPr>
            <a:r>
              <a:rPr lang="en-US" sz="1800" b="1" u="sng" dirty="0">
                <a:latin typeface="Times New Roman" panose="02020603050405020304" pitchFamily="18" charset="0"/>
                <a:cs typeface="Times New Roman" panose="02020603050405020304" pitchFamily="18" charset="0"/>
              </a:rPr>
              <a:t>1. No Countermeasure (NoCM)</a:t>
            </a:r>
            <a:endParaRPr lang="en-US" sz="1800" b="1" u="sng" dirty="0">
              <a:latin typeface="Times New Roman" panose="02020603050405020304" pitchFamily="18" charset="0"/>
              <a:ea typeface="Calibri" panose="020F0502020204030204" pitchFamily="34" charset="0"/>
              <a:cs typeface="Times New Roman" panose="02020603050405020304" pitchFamily="18" charset="0"/>
            </a:endParaRPr>
          </a:p>
          <a:p>
            <a:pPr eaLnBrk="0" hangingPunct="0">
              <a:spcBef>
                <a:spcPct val="0"/>
              </a:spcBef>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Crosswalk is illuminated with in-ground red lights and synchronized with pedestrian traffic signals, enhancing visibility and communication.</a:t>
            </a:r>
          </a:p>
          <a:p>
            <a:pPr eaLnBrk="0" hangingPunct="0">
              <a:spcBef>
                <a:spcPct val="0"/>
              </a:spcBef>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Light plates at both ends of the crosswalk act as visual cues, alerting both pedestrians and drivers to active crossing.</a:t>
            </a:r>
          </a:p>
          <a:p>
            <a:pPr eaLnBrk="0" hangingPunct="0">
              <a:spcBef>
                <a:spcPct val="0"/>
              </a:spcBef>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Pedestrian movement is guided and reinforced through clear signal phases and visual infrastructure.</a:t>
            </a:r>
          </a:p>
          <a:p>
            <a:pPr>
              <a:buNone/>
            </a:pPr>
            <a:r>
              <a:rPr lang="en-US" sz="1800" b="1" u="sng" dirty="0">
                <a:latin typeface="Times New Roman" panose="02020603050405020304" pitchFamily="18" charset="0"/>
                <a:cs typeface="Times New Roman" panose="02020603050405020304" pitchFamily="18" charset="0"/>
              </a:rPr>
              <a:t>2. Illuminated Crosswalks</a:t>
            </a:r>
          </a:p>
          <a:p>
            <a:pPr eaLnBrk="0" hangingPunct="0">
              <a:spcBef>
                <a:spcPct val="0"/>
              </a:spcBef>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in-ground lighting or illuminated crosswalk; standard zebra markings only present.</a:t>
            </a:r>
          </a:p>
          <a:p>
            <a:pPr eaLnBrk="0" hangingPunct="0">
              <a:spcBef>
                <a:spcPct val="0"/>
              </a:spcBef>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plates or additional visual cues to indicate crossing activity or alert drivers.</a:t>
            </a:r>
          </a:p>
          <a:p>
            <a:pPr eaLnBrk="0" hangingPunct="0">
              <a:spcBef>
                <a:spcPct val="0"/>
              </a:spcBef>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Pedestrian crossing is based purely on individual judgment and standard traffic lights, with reduced visibility and support.</a:t>
            </a:r>
          </a:p>
          <a:p>
            <a:pPr marL="0" indent="0">
              <a:buNone/>
            </a:pPr>
            <a:endParaRPr lang="en-US" dirty="0"/>
          </a:p>
        </p:txBody>
      </p:sp>
    </p:spTree>
    <p:extLst>
      <p:ext uri="{BB962C8B-B14F-4D97-AF65-F5344CB8AC3E}">
        <p14:creationId xmlns:p14="http://schemas.microsoft.com/office/powerpoint/2010/main" val="3455568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E06F0-B3F5-D8BB-391C-CC65EBFD1D39}"/>
              </a:ext>
            </a:extLst>
          </p:cNvPr>
          <p:cNvSpPr>
            <a:spLocks noGrp="1"/>
          </p:cNvSpPr>
          <p:nvPr>
            <p:ph type="title"/>
          </p:nvPr>
        </p:nvSpPr>
        <p:spPr/>
        <p:txBody>
          <a:bodyPr/>
          <a:lstStyle/>
          <a:p>
            <a:r>
              <a:rPr lang="en-IN" dirty="0"/>
              <a:t>Conditions of Experiment</a:t>
            </a:r>
          </a:p>
        </p:txBody>
      </p:sp>
      <p:pic>
        <p:nvPicPr>
          <p:cNvPr id="15" name="Picture 14" descr="A screenshot of a video game&#10;&#10;AI-generated content may be incorrect.">
            <a:extLst>
              <a:ext uri="{FF2B5EF4-FFF2-40B4-BE49-F238E27FC236}">
                <a16:creationId xmlns:a16="http://schemas.microsoft.com/office/drawing/2014/main" id="{3EA4654D-5F02-964D-DE58-BE80FD0828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3690" y="1464906"/>
            <a:ext cx="7137918" cy="4846670"/>
          </a:xfrm>
          <a:prstGeom prst="rect">
            <a:avLst/>
          </a:prstGeom>
        </p:spPr>
      </p:pic>
      <p:pic>
        <p:nvPicPr>
          <p:cNvPr id="21" name="Picture 20" descr="A screenshot of a video game&#10;&#10;AI-generated content may be incorrect.">
            <a:extLst>
              <a:ext uri="{FF2B5EF4-FFF2-40B4-BE49-F238E27FC236}">
                <a16:creationId xmlns:a16="http://schemas.microsoft.com/office/drawing/2014/main" id="{385487CE-2DEE-3339-E7FB-F0FAF58786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690" y="1464905"/>
            <a:ext cx="7137918" cy="4846670"/>
          </a:xfrm>
          <a:prstGeom prst="rect">
            <a:avLst/>
          </a:prstGeom>
        </p:spPr>
      </p:pic>
      <p:pic>
        <p:nvPicPr>
          <p:cNvPr id="23" name="Picture 22" descr="A screenshot of a video game&#10;&#10;AI-generated content may be incorrect.">
            <a:extLst>
              <a:ext uri="{FF2B5EF4-FFF2-40B4-BE49-F238E27FC236}">
                <a16:creationId xmlns:a16="http://schemas.microsoft.com/office/drawing/2014/main" id="{6F0374F7-6415-7D3C-DBF7-70D76A75A6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3690" y="1464904"/>
            <a:ext cx="7137918" cy="484667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047702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9C31E-4F4C-8439-B6F4-B51C134AA71C}"/>
              </a:ext>
            </a:extLst>
          </p:cNvPr>
          <p:cNvSpPr>
            <a:spLocks noGrp="1"/>
          </p:cNvSpPr>
          <p:nvPr>
            <p:ph type="title"/>
          </p:nvPr>
        </p:nvSpPr>
        <p:spPr>
          <a:xfrm>
            <a:off x="180654" y="202990"/>
            <a:ext cx="7042080" cy="554587"/>
          </a:xfrm>
        </p:spPr>
        <p:txBody>
          <a:bodyPr wrap="square" anchor="ctr">
            <a:normAutofit/>
          </a:bodyPr>
          <a:lstStyle/>
          <a:p>
            <a:pPr>
              <a:lnSpc>
                <a:spcPct val="90000"/>
              </a:lnSpc>
            </a:pPr>
            <a:r>
              <a:rPr lang="en-US" dirty="0">
                <a:latin typeface="Times New Roman" panose="02020603050405020304" pitchFamily="18" charset="0"/>
                <a:cs typeface="Times New Roman" panose="02020603050405020304" pitchFamily="18" charset="0"/>
              </a:rPr>
              <a:t>Activities Recorded</a:t>
            </a:r>
            <a:endParaRPr lang="en-IN" dirty="0">
              <a:latin typeface="Times New Roman" panose="020206030504050203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3ECA55E7-8AD6-20EB-D4F9-E501C217CDED}"/>
              </a:ext>
            </a:extLst>
          </p:cNvPr>
          <p:cNvSpPr>
            <a:spLocks noGrp="1"/>
          </p:cNvSpPr>
          <p:nvPr>
            <p:ph sz="half" idx="2"/>
          </p:nvPr>
        </p:nvSpPr>
        <p:spPr>
          <a:xfrm>
            <a:off x="180654" y="1613043"/>
            <a:ext cx="4288604" cy="4784213"/>
          </a:xfrm>
        </p:spPr>
        <p:txBody>
          <a:bodyPr wrap="square" anchor="t">
            <a:normAutofit/>
          </a:bodyPr>
          <a:lstStyle/>
          <a:p>
            <a:pPr>
              <a:lnSpc>
                <a:spcPct val="90000"/>
              </a:lnSpc>
            </a:pPr>
            <a:r>
              <a:rPr lang="en-US" sz="2000" b="1" u="sng" dirty="0">
                <a:latin typeface="Times New Roman" panose="02020603050405020304" pitchFamily="18" charset="0"/>
                <a:cs typeface="Times New Roman" panose="02020603050405020304" pitchFamily="18" charset="0"/>
              </a:rPr>
              <a:t>Baseline</a:t>
            </a:r>
            <a:r>
              <a:rPr lang="en-US" sz="2000" dirty="0">
                <a:latin typeface="Times New Roman" panose="02020603050405020304" pitchFamily="18" charset="0"/>
                <a:cs typeface="Times New Roman" panose="02020603050405020304" pitchFamily="18" charset="0"/>
              </a:rPr>
              <a:t>- Participants were not involved in any multi-tasking activity.</a:t>
            </a:r>
          </a:p>
          <a:p>
            <a:pPr>
              <a:lnSpc>
                <a:spcPct val="90000"/>
              </a:lnSpc>
            </a:pPr>
            <a:r>
              <a:rPr lang="en-US" sz="2000" b="1" u="sng" dirty="0">
                <a:latin typeface="Times New Roman" panose="02020603050405020304" pitchFamily="18" charset="0"/>
                <a:cs typeface="Times New Roman" panose="02020603050405020304" pitchFamily="18" charset="0"/>
              </a:rPr>
              <a:t>BB</a:t>
            </a:r>
            <a:r>
              <a:rPr lang="en-US" sz="2000" dirty="0">
                <a:latin typeface="Times New Roman" panose="02020603050405020304" pitchFamily="18" charset="0"/>
                <a:cs typeface="Times New Roman" panose="02020603050405020304" pitchFamily="18" charset="0"/>
              </a:rPr>
              <a:t>- Participants were asked to read the information on the billboard.</a:t>
            </a:r>
          </a:p>
          <a:p>
            <a:pPr>
              <a:lnSpc>
                <a:spcPct val="90000"/>
              </a:lnSpc>
            </a:pPr>
            <a:r>
              <a:rPr lang="en-US" sz="2000" b="1" u="sng" dirty="0">
                <a:latin typeface="Times New Roman" panose="02020603050405020304" pitchFamily="18" charset="0"/>
                <a:cs typeface="Times New Roman" panose="02020603050405020304" pitchFamily="18" charset="0"/>
              </a:rPr>
              <a:t>LM</a:t>
            </a:r>
            <a:r>
              <a:rPr lang="en-US" sz="2000" dirty="0">
                <a:latin typeface="Times New Roman" panose="02020603050405020304" pitchFamily="18" charset="0"/>
                <a:cs typeface="Times New Roman" panose="02020603050405020304" pitchFamily="18" charset="0"/>
              </a:rPr>
              <a:t>- Participants were listening to music via earphones.</a:t>
            </a:r>
          </a:p>
          <a:p>
            <a:pPr>
              <a:lnSpc>
                <a:spcPct val="90000"/>
              </a:lnSpc>
            </a:pPr>
            <a:r>
              <a:rPr lang="en-US" sz="2000" b="1" u="sng" dirty="0">
                <a:latin typeface="Times New Roman" panose="02020603050405020304" pitchFamily="18" charset="0"/>
                <a:cs typeface="Times New Roman" panose="02020603050405020304" pitchFamily="18" charset="0"/>
              </a:rPr>
              <a:t>TXT</a:t>
            </a:r>
            <a:r>
              <a:rPr lang="en-US" sz="2000" dirty="0">
                <a:latin typeface="Times New Roman" panose="02020603050405020304" pitchFamily="18" charset="0"/>
                <a:cs typeface="Times New Roman" panose="02020603050405020304" pitchFamily="18" charset="0"/>
              </a:rPr>
              <a:t>- Participants were instructed to respond to the questions asked by the experimenter via text messages on phone.</a:t>
            </a:r>
          </a:p>
          <a:p>
            <a:pPr>
              <a:lnSpc>
                <a:spcPct val="90000"/>
              </a:lnSpc>
            </a:pPr>
            <a:r>
              <a:rPr lang="en-US" sz="2000" b="1" u="sng" dirty="0">
                <a:latin typeface="Times New Roman" panose="02020603050405020304" pitchFamily="18" charset="0"/>
                <a:cs typeface="Times New Roman" panose="02020603050405020304" pitchFamily="18" charset="0"/>
              </a:rPr>
              <a:t>TLK</a:t>
            </a:r>
            <a:r>
              <a:rPr lang="en-US" sz="2000" dirty="0">
                <a:latin typeface="Times New Roman" panose="02020603050405020304" pitchFamily="18" charset="0"/>
                <a:cs typeface="Times New Roman" panose="02020603050405020304" pitchFamily="18" charset="0"/>
              </a:rPr>
              <a:t>- Participants were instructed to answer the questions asked by experimenter via voice call.</a:t>
            </a:r>
            <a:endParaRPr lang="en-IN" sz="2000" dirty="0">
              <a:latin typeface="Times New Roman" panose="02020603050405020304" pitchFamily="18" charset="0"/>
              <a:cs typeface="Times New Roman" panose="02020603050405020304" pitchFamily="18" charset="0"/>
            </a:endParaRPr>
          </a:p>
        </p:txBody>
      </p:sp>
      <p:pic>
        <p:nvPicPr>
          <p:cNvPr id="7" name="Picture 6" descr="A screenshot of a video game&#10;&#10;AI-generated content may be incorrect.">
            <a:extLst>
              <a:ext uri="{FF2B5EF4-FFF2-40B4-BE49-F238E27FC236}">
                <a16:creationId xmlns:a16="http://schemas.microsoft.com/office/drawing/2014/main" id="{8D36D40B-8C5D-7D11-02F8-B4DEE1A4CF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5025" y="2155372"/>
            <a:ext cx="4242121" cy="3037572"/>
          </a:xfrm>
          <a:prstGeom prst="rect">
            <a:avLst/>
          </a:prstGeom>
          <a:noFill/>
        </p:spPr>
      </p:pic>
    </p:spTree>
    <p:extLst>
      <p:ext uri="{BB962C8B-B14F-4D97-AF65-F5344CB8AC3E}">
        <p14:creationId xmlns:p14="http://schemas.microsoft.com/office/powerpoint/2010/main" val="34991175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F81BC-1A76-F476-D06D-D8D0C9B5A0FF}"/>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Data Extraction</a:t>
            </a:r>
          </a:p>
        </p:txBody>
      </p:sp>
      <p:graphicFrame>
        <p:nvGraphicFramePr>
          <p:cNvPr id="5" name="Diagram 4">
            <a:extLst>
              <a:ext uri="{FF2B5EF4-FFF2-40B4-BE49-F238E27FC236}">
                <a16:creationId xmlns:a16="http://schemas.microsoft.com/office/drawing/2014/main" id="{FE9DD29C-1FCA-FA06-9398-74F2D6A26A23}"/>
              </a:ext>
            </a:extLst>
          </p:cNvPr>
          <p:cNvGraphicFramePr/>
          <p:nvPr>
            <p:extLst>
              <p:ext uri="{D42A27DB-BD31-4B8C-83A1-F6EECF244321}">
                <p14:modId xmlns:p14="http://schemas.microsoft.com/office/powerpoint/2010/main" val="3389809850"/>
              </p:ext>
            </p:extLst>
          </p:nvPr>
        </p:nvGraphicFramePr>
        <p:xfrm>
          <a:off x="606490" y="1750292"/>
          <a:ext cx="7669763" cy="35922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67C25A11-B238-CE3F-494C-802FA59ABAC3}"/>
              </a:ext>
            </a:extLst>
          </p:cNvPr>
          <p:cNvSpPr txBox="1"/>
          <p:nvPr/>
        </p:nvSpPr>
        <p:spPr>
          <a:xfrm>
            <a:off x="1091681" y="5514391"/>
            <a:ext cx="7791061" cy="1483567"/>
          </a:xfrm>
          <a:prstGeom prst="rect">
            <a:avLst/>
          </a:prstGeom>
          <a:noFill/>
        </p:spPr>
        <p:txBody>
          <a:bodyPr wrap="square" rtlCol="0">
            <a:spAutoFit/>
          </a:bodyPr>
          <a:lstStyle/>
          <a:p>
            <a:endParaRPr lang="en-IN" dirty="0"/>
          </a:p>
        </p:txBody>
      </p:sp>
    </p:spTree>
    <p:extLst>
      <p:ext uri="{BB962C8B-B14F-4D97-AF65-F5344CB8AC3E}">
        <p14:creationId xmlns:p14="http://schemas.microsoft.com/office/powerpoint/2010/main" val="2404240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91D51-8750-82A1-E1DA-22401817577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Areas of Interest(AOIs)</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0BE7852-4F6D-14DF-160A-DD20E9E39808}"/>
              </a:ext>
            </a:extLst>
          </p:cNvPr>
          <p:cNvSpPr txBox="1"/>
          <p:nvPr/>
        </p:nvSpPr>
        <p:spPr>
          <a:xfrm>
            <a:off x="126465" y="1316607"/>
            <a:ext cx="3425424" cy="1631216"/>
          </a:xfrm>
          <a:prstGeom prst="rect">
            <a:avLst/>
          </a:prstGeom>
          <a:noFill/>
        </p:spPr>
        <p:txBody>
          <a:bodyPr wrap="square" rtlCol="0">
            <a:spAutoFit/>
          </a:bodyPr>
          <a:lstStyle/>
          <a:p>
            <a:pPr marL="342900" indent="-342900">
              <a:buFont typeface="Arial" panose="020B0604020202020204" pitchFamily="34" charset="0"/>
              <a:buChar char="•"/>
            </a:pPr>
            <a:r>
              <a:rPr lang="en-IN" sz="2000" b="1" dirty="0"/>
              <a:t>Two Wheeler(2W)</a:t>
            </a:r>
          </a:p>
          <a:p>
            <a:pPr marL="342900" indent="-342900">
              <a:buFont typeface="Arial" panose="020B0604020202020204" pitchFamily="34" charset="0"/>
              <a:buChar char="•"/>
            </a:pPr>
            <a:r>
              <a:rPr lang="en-IN" sz="2000" b="1" dirty="0"/>
              <a:t>Four Wheeler(4W)</a:t>
            </a:r>
          </a:p>
          <a:p>
            <a:pPr marL="342900" indent="-342900">
              <a:buFont typeface="Arial" panose="020B0604020202020204" pitchFamily="34" charset="0"/>
              <a:buChar char="•"/>
            </a:pPr>
            <a:r>
              <a:rPr lang="en-IN" sz="2000" b="1" dirty="0"/>
              <a:t>Heavy Vehicle(HV)</a:t>
            </a:r>
          </a:p>
          <a:p>
            <a:pPr marL="342900" indent="-342900">
              <a:buFont typeface="Arial" panose="020B0604020202020204" pitchFamily="34" charset="0"/>
              <a:buChar char="•"/>
            </a:pPr>
            <a:r>
              <a:rPr lang="en-IN" sz="2000" b="1" dirty="0"/>
              <a:t>Infrastructure Related (IR)</a:t>
            </a:r>
          </a:p>
          <a:p>
            <a:pPr marL="342900" indent="-342900">
              <a:buFont typeface="Arial" panose="020B0604020202020204" pitchFamily="34" charset="0"/>
              <a:buChar char="•"/>
            </a:pPr>
            <a:r>
              <a:rPr lang="en-IN" sz="2000" b="1" dirty="0"/>
              <a:t>Remaining</a:t>
            </a:r>
          </a:p>
        </p:txBody>
      </p:sp>
      <p:pic>
        <p:nvPicPr>
          <p:cNvPr id="6" name="Picture 5" descr="A screenshot of a computer screen&#10;&#10;AI-generated content may be incorrect.">
            <a:extLst>
              <a:ext uri="{FF2B5EF4-FFF2-40B4-BE49-F238E27FC236}">
                <a16:creationId xmlns:a16="http://schemas.microsoft.com/office/drawing/2014/main" id="{F2F0F3F1-B225-BC5C-1DA3-70DD0551D7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32526" y="1112140"/>
            <a:ext cx="5344691" cy="5247955"/>
          </a:xfrm>
          <a:prstGeom prst="rect">
            <a:avLst/>
          </a:prstGeom>
        </p:spPr>
      </p:pic>
      <p:pic>
        <p:nvPicPr>
          <p:cNvPr id="8" name="Picture 7" descr="A screenshot of a computer screen&#10;&#10;AI-generated content may be incorrect.">
            <a:extLst>
              <a:ext uri="{FF2B5EF4-FFF2-40B4-BE49-F238E27FC236}">
                <a16:creationId xmlns:a16="http://schemas.microsoft.com/office/drawing/2014/main" id="{08FE1113-EFF2-92A6-A2F2-11C141FF1E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72844" y="1112139"/>
            <a:ext cx="5264054" cy="5247956"/>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A8E78BAA-6878-6F66-049F-DA4112A393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72844" y="1112138"/>
            <a:ext cx="5344691" cy="5247956"/>
          </a:xfrm>
          <a:prstGeom prst="rect">
            <a:avLst/>
          </a:prstGeom>
        </p:spPr>
      </p:pic>
    </p:spTree>
    <p:extLst>
      <p:ext uri="{BB962C8B-B14F-4D97-AF65-F5344CB8AC3E}">
        <p14:creationId xmlns:p14="http://schemas.microsoft.com/office/powerpoint/2010/main" val="3509360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02088-0367-F27E-25DD-7CAB93874B5F}"/>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Data Extraction</a:t>
            </a:r>
          </a:p>
        </p:txBody>
      </p:sp>
      <p:pic>
        <p:nvPicPr>
          <p:cNvPr id="5" name="Content Placeholder 4" descr="A screenshot of a computer&#10;&#10;AI-generated content may be incorrect.">
            <a:extLst>
              <a:ext uri="{FF2B5EF4-FFF2-40B4-BE49-F238E27FC236}">
                <a16:creationId xmlns:a16="http://schemas.microsoft.com/office/drawing/2014/main" id="{00AEEE5E-A8A2-8FF5-7CA2-35F164BFD2AF}"/>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179351" y="2629035"/>
            <a:ext cx="6294460" cy="3610948"/>
          </a:xfrm>
        </p:spPr>
      </p:pic>
      <p:sp>
        <p:nvSpPr>
          <p:cNvPr id="6" name="TextBox 5">
            <a:extLst>
              <a:ext uri="{FF2B5EF4-FFF2-40B4-BE49-F238E27FC236}">
                <a16:creationId xmlns:a16="http://schemas.microsoft.com/office/drawing/2014/main" id="{916C70B6-DF39-1D0B-B031-1E37F06BF666}"/>
              </a:ext>
            </a:extLst>
          </p:cNvPr>
          <p:cNvSpPr txBox="1"/>
          <p:nvPr/>
        </p:nvSpPr>
        <p:spPr>
          <a:xfrm>
            <a:off x="180654" y="1184988"/>
            <a:ext cx="8416202" cy="1754326"/>
          </a:xfrm>
          <a:prstGeom prst="rect">
            <a:avLst/>
          </a:prstGeom>
          <a:noFill/>
        </p:spPr>
        <p:txBody>
          <a:bodyPr wrap="square" rtlCol="0">
            <a:spAutoFit/>
          </a:bodyPr>
          <a:lstStyle/>
          <a:p>
            <a:pPr marL="342900" indent="-342900">
              <a:buFont typeface="+mj-lt"/>
              <a:buAutoNum type="arabicPeriod"/>
            </a:pPr>
            <a:r>
              <a:rPr lang="en-US" dirty="0">
                <a:latin typeface="Times New Roman" panose="02020603050405020304" pitchFamily="18" charset="0"/>
                <a:cs typeface="Times New Roman" panose="02020603050405020304" pitchFamily="18" charset="0"/>
              </a:rPr>
              <a:t>Utilized Pupil Player to systematically extract high-resolution frames from MP4 video recordings for subsequent analysis.</a:t>
            </a:r>
          </a:p>
          <a:p>
            <a:pPr marL="342900" marR="0" lvl="0" indent="-342900"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Synchronized gaze position data with corresponding video frames extracted             from MP4 recordings using Pupil Player, enabling precise mapping of eye-tracking events to visual stimuli.</a:t>
            </a:r>
          </a:p>
          <a:p>
            <a:pPr marL="342900" indent="-342900">
              <a:buAutoNum type="arabicPeriod"/>
            </a:pPr>
            <a:endParaRPr lang="en-IN" dirty="0"/>
          </a:p>
        </p:txBody>
      </p:sp>
    </p:spTree>
    <p:extLst>
      <p:ext uri="{BB962C8B-B14F-4D97-AF65-F5344CB8AC3E}">
        <p14:creationId xmlns:p14="http://schemas.microsoft.com/office/powerpoint/2010/main" val="3914600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BC4F8-0E5D-C422-4FE8-BE944E0FBD65}"/>
              </a:ext>
            </a:extLst>
          </p:cNvPr>
          <p:cNvSpPr>
            <a:spLocks noGrp="1"/>
          </p:cNvSpPr>
          <p:nvPr>
            <p:ph type="title"/>
          </p:nvPr>
        </p:nvSpPr>
        <p:spPr/>
        <p:txBody>
          <a:bodyPr/>
          <a:lstStyle/>
          <a:p>
            <a:r>
              <a:rPr lang="en-IN" dirty="0"/>
              <a:t>Data Extraction</a:t>
            </a:r>
          </a:p>
        </p:txBody>
      </p:sp>
      <p:sp>
        <p:nvSpPr>
          <p:cNvPr id="4" name="Rectangle 1">
            <a:extLst>
              <a:ext uri="{FF2B5EF4-FFF2-40B4-BE49-F238E27FC236}">
                <a16:creationId xmlns:a16="http://schemas.microsoft.com/office/drawing/2014/main" id="{05065D70-9EAB-9E09-FD98-C7B4E8079AAF}"/>
              </a:ext>
            </a:extLst>
          </p:cNvPr>
          <p:cNvSpPr>
            <a:spLocks noGrp="1" noChangeArrowheads="1"/>
          </p:cNvSpPr>
          <p:nvPr>
            <p:ph sz="half" idx="2"/>
          </p:nvPr>
        </p:nvSpPr>
        <p:spPr bwMode="auto">
          <a:xfrm>
            <a:off x="180654" y="1146432"/>
            <a:ext cx="8608784"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mj-lt"/>
              <a:buAutoNum type="arabicPeriod" startAt="3"/>
              <a:tabLst/>
            </a:pPr>
            <a:r>
              <a:rPr kumimoji="0" lang="en-US" altLang="en-US" sz="1800" b="0" i="0" u="none" strike="noStrike" cap="none" normalizeH="0" baseline="0" dirty="0">
                <a:ln>
                  <a:noFill/>
                </a:ln>
                <a:solidFill>
                  <a:schemeClr val="tx1"/>
                </a:solidFill>
                <a:effectLst/>
                <a:latin typeface="+mn-lt"/>
              </a:rPr>
              <a:t>Conducted frame-by-frame manual annotation of fixations through a custom-developed Python-based graphical user interface (GUI), utilizing timestamp-aligned mid-frames and</a:t>
            </a:r>
            <a:r>
              <a:rPr lang="en-US" altLang="en-US" sz="1800" dirty="0">
                <a:latin typeface="+mn-lt"/>
              </a:rPr>
              <a:t> </a:t>
            </a:r>
            <a:r>
              <a:rPr kumimoji="0" lang="en-US" altLang="en-US" sz="1800" b="0" i="0" u="none" strike="noStrike" cap="none" normalizeH="0" baseline="0" dirty="0">
                <a:ln>
                  <a:noFill/>
                </a:ln>
                <a:solidFill>
                  <a:schemeClr val="tx1"/>
                </a:solidFill>
                <a:effectLst/>
                <a:latin typeface="+mn-lt"/>
              </a:rPr>
              <a:t>intuitive button/shortcut controls for accurate category labeling.</a:t>
            </a:r>
          </a:p>
          <a:p>
            <a:pPr marR="0" lvl="0" algn="l" defTabSz="914400" rtl="0" eaLnBrk="0" fontAlgn="base" latinLnBrk="0" hangingPunct="0">
              <a:lnSpc>
                <a:spcPct val="100000"/>
              </a:lnSpc>
              <a:spcBef>
                <a:spcPct val="0"/>
              </a:spcBef>
              <a:spcAft>
                <a:spcPct val="0"/>
              </a:spcAft>
              <a:buClrTx/>
              <a:buSzTx/>
              <a:buFont typeface="+mj-lt"/>
              <a:buAutoNum type="arabicPeriod" startAt="3"/>
              <a:tabLst/>
            </a:pPr>
            <a:r>
              <a:rPr kumimoji="0" lang="en-US" altLang="en-US" sz="1800" b="0" i="0" u="none" strike="noStrike" cap="none" normalizeH="0" baseline="0" dirty="0">
                <a:ln>
                  <a:noFill/>
                </a:ln>
                <a:solidFill>
                  <a:schemeClr val="tx1"/>
                </a:solidFill>
                <a:effectLst/>
                <a:latin typeface="+mn-lt"/>
              </a:rPr>
              <a:t>Exported the annotated fixation dataset in .</a:t>
            </a:r>
            <a:r>
              <a:rPr kumimoji="0" lang="en-US" altLang="en-US" sz="1800" b="0" i="0" u="none" strike="noStrike" cap="none" normalizeH="0" baseline="0" dirty="0" err="1">
                <a:ln>
                  <a:noFill/>
                </a:ln>
                <a:solidFill>
                  <a:schemeClr val="tx1"/>
                </a:solidFill>
                <a:effectLst/>
                <a:latin typeface="+mn-lt"/>
              </a:rPr>
              <a:t>xls</a:t>
            </a:r>
            <a:r>
              <a:rPr kumimoji="0" lang="en-US" altLang="en-US" sz="1800" b="0" i="0" u="none" strike="noStrike" cap="none" normalizeH="0" baseline="0" dirty="0">
                <a:ln>
                  <a:noFill/>
                </a:ln>
                <a:solidFill>
                  <a:schemeClr val="tx1"/>
                </a:solidFill>
                <a:effectLst/>
                <a:latin typeface="+mn-lt"/>
              </a:rPr>
              <a:t> format, including fixation number, start and end times, duration, spatial coordinates, and assigned labels ensuring compatibility for downstream analysis and reporting.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descr="A screenshot of a computer&#10;&#10;AI-generated content may be incorrect.">
            <a:extLst>
              <a:ext uri="{FF2B5EF4-FFF2-40B4-BE49-F238E27FC236}">
                <a16:creationId xmlns:a16="http://schemas.microsoft.com/office/drawing/2014/main" id="{A48707A6-531B-0D8C-3096-15FDD37491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9207" y="2957803"/>
            <a:ext cx="7819053" cy="3629609"/>
          </a:xfrm>
          <a:prstGeom prst="rect">
            <a:avLst/>
          </a:prstGeom>
        </p:spPr>
      </p:pic>
    </p:spTree>
    <p:extLst>
      <p:ext uri="{BB962C8B-B14F-4D97-AF65-F5344CB8AC3E}">
        <p14:creationId xmlns:p14="http://schemas.microsoft.com/office/powerpoint/2010/main" val="805146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A40F6-F56F-72D6-28C4-45113208C5FD}"/>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Data Transformation</a:t>
            </a:r>
          </a:p>
        </p:txBody>
      </p:sp>
      <p:sp>
        <p:nvSpPr>
          <p:cNvPr id="3" name="Content Placeholder 2">
            <a:extLst>
              <a:ext uri="{FF2B5EF4-FFF2-40B4-BE49-F238E27FC236}">
                <a16:creationId xmlns:a16="http://schemas.microsoft.com/office/drawing/2014/main" id="{8E3F7663-D089-433F-BCF5-FBBC6473A20F}"/>
              </a:ext>
            </a:extLst>
          </p:cNvPr>
          <p:cNvSpPr>
            <a:spLocks noGrp="1"/>
          </p:cNvSpPr>
          <p:nvPr>
            <p:ph sz="half" idx="2"/>
          </p:nvPr>
        </p:nvSpPr>
        <p:spPr/>
        <p:txBody>
          <a:bodyPr/>
          <a:lstStyle/>
          <a:p>
            <a:r>
              <a:rPr lang="en-US" sz="2000" dirty="0">
                <a:latin typeface="Times New Roman" panose="02020603050405020304" pitchFamily="18" charset="0"/>
                <a:cs typeface="Times New Roman" panose="02020603050405020304" pitchFamily="18" charset="0"/>
              </a:rPr>
              <a:t>Vehicle</a:t>
            </a:r>
          </a:p>
          <a:p>
            <a:r>
              <a:rPr lang="en-US" sz="2000" dirty="0">
                <a:latin typeface="Times New Roman" panose="02020603050405020304" pitchFamily="18" charset="0"/>
                <a:cs typeface="Times New Roman" panose="02020603050405020304" pitchFamily="18" charset="0"/>
              </a:rPr>
              <a:t>Traffic Signals</a:t>
            </a:r>
          </a:p>
          <a:p>
            <a:r>
              <a:rPr lang="en-US" sz="2000" dirty="0">
                <a:latin typeface="Times New Roman" panose="02020603050405020304" pitchFamily="18" charset="0"/>
                <a:cs typeface="Times New Roman" panose="02020603050405020304" pitchFamily="18" charset="0"/>
              </a:rPr>
              <a:t>Sign Boards</a:t>
            </a:r>
          </a:p>
          <a:p>
            <a:r>
              <a:rPr lang="en-US" sz="2000" dirty="0">
                <a:latin typeface="Times New Roman" panose="02020603050405020304" pitchFamily="18" charset="0"/>
                <a:cs typeface="Times New Roman" panose="02020603050405020304" pitchFamily="18" charset="0"/>
              </a:rPr>
              <a:t>Gadgets</a:t>
            </a:r>
          </a:p>
          <a:p>
            <a:r>
              <a:rPr lang="en-US" sz="2000" dirty="0">
                <a:latin typeface="Times New Roman" panose="02020603050405020304" pitchFamily="18" charset="0"/>
                <a:cs typeface="Times New Roman" panose="02020603050405020304" pitchFamily="18" charset="0"/>
              </a:rPr>
              <a:t>Billboards</a:t>
            </a:r>
          </a:p>
          <a:p>
            <a:r>
              <a:rPr lang="en-IN" sz="2000" dirty="0">
                <a:latin typeface="Times New Roman" panose="02020603050405020304" pitchFamily="18" charset="0"/>
                <a:cs typeface="Times New Roman" panose="02020603050405020304" pitchFamily="18" charset="0"/>
              </a:rPr>
              <a:t>Buildings and Structures</a:t>
            </a:r>
          </a:p>
          <a:p>
            <a:r>
              <a:rPr lang="en-IN" sz="2000" dirty="0">
                <a:latin typeface="Times New Roman" panose="02020603050405020304" pitchFamily="18" charset="0"/>
                <a:cs typeface="Times New Roman" panose="02020603050405020304" pitchFamily="18" charset="0"/>
              </a:rPr>
              <a:t>Fellow Pedestrians</a:t>
            </a:r>
          </a:p>
          <a:p>
            <a:r>
              <a:rPr lang="en-IN" sz="2000" dirty="0">
                <a:latin typeface="Times New Roman" panose="02020603050405020304" pitchFamily="18" charset="0"/>
                <a:cs typeface="Times New Roman" panose="02020603050405020304" pitchFamily="18" charset="0"/>
              </a:rPr>
              <a:t>Road Elements</a:t>
            </a:r>
          </a:p>
        </p:txBody>
      </p:sp>
      <p:pic>
        <p:nvPicPr>
          <p:cNvPr id="78" name="Picture 77" descr="A screenshot of a computer screen&#10;&#10;AI-generated content may be incorrect.">
            <a:extLst>
              <a:ext uri="{FF2B5EF4-FFF2-40B4-BE49-F238E27FC236}">
                <a16:creationId xmlns:a16="http://schemas.microsoft.com/office/drawing/2014/main" id="{B9DE9478-D79D-E6E7-EFC5-50626DF367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56972" y="1559232"/>
            <a:ext cx="3808467" cy="3739535"/>
          </a:xfrm>
          <a:prstGeom prst="rect">
            <a:avLst/>
          </a:prstGeom>
        </p:spPr>
      </p:pic>
      <p:pic>
        <p:nvPicPr>
          <p:cNvPr id="98" name="Picture 97" descr="A traffic lights and a car&#10;&#10;AI-generated content may be incorrect.">
            <a:extLst>
              <a:ext uri="{FF2B5EF4-FFF2-40B4-BE49-F238E27FC236}">
                <a16:creationId xmlns:a16="http://schemas.microsoft.com/office/drawing/2014/main" id="{9FA7F606-B4B4-E347-B5E4-02A83C4FB9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56972" y="1559232"/>
            <a:ext cx="3808467" cy="3739535"/>
          </a:xfrm>
          <a:prstGeom prst="rect">
            <a:avLst/>
          </a:prstGeom>
        </p:spPr>
      </p:pic>
      <p:pic>
        <p:nvPicPr>
          <p:cNvPr id="122" name="Picture 121" descr="A close-up of a sign&#10;&#10;AI-generated content may be incorrect.">
            <a:extLst>
              <a:ext uri="{FF2B5EF4-FFF2-40B4-BE49-F238E27FC236}">
                <a16:creationId xmlns:a16="http://schemas.microsoft.com/office/drawing/2014/main" id="{F9FBBF2C-5406-FD5D-C620-8809E113D0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56972" y="1707503"/>
            <a:ext cx="4115374" cy="3591264"/>
          </a:xfrm>
          <a:prstGeom prst="rect">
            <a:avLst/>
          </a:prstGeom>
        </p:spPr>
      </p:pic>
      <p:pic>
        <p:nvPicPr>
          <p:cNvPr id="124" name="Picture 123" descr="A close-up of a phone&#10;&#10;AI-generated content may be incorrect.">
            <a:extLst>
              <a:ext uri="{FF2B5EF4-FFF2-40B4-BE49-F238E27FC236}">
                <a16:creationId xmlns:a16="http://schemas.microsoft.com/office/drawing/2014/main" id="{7A82BC3F-7D49-C2EB-5C3A-15BB675189A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56972" y="1707503"/>
            <a:ext cx="3953427" cy="3591264"/>
          </a:xfrm>
          <a:prstGeom prst="rect">
            <a:avLst/>
          </a:prstGeom>
        </p:spPr>
      </p:pic>
      <p:pic>
        <p:nvPicPr>
          <p:cNvPr id="126" name="Picture 125" descr="A black and white icon of a food&#10;&#10;AI-generated content may be incorrect.">
            <a:extLst>
              <a:ext uri="{FF2B5EF4-FFF2-40B4-BE49-F238E27FC236}">
                <a16:creationId xmlns:a16="http://schemas.microsoft.com/office/drawing/2014/main" id="{35FEF26A-192E-D42C-A87C-10199104C67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56972" y="2033564"/>
            <a:ext cx="4115374" cy="2939142"/>
          </a:xfrm>
          <a:prstGeom prst="rect">
            <a:avLst/>
          </a:prstGeom>
        </p:spPr>
      </p:pic>
      <p:pic>
        <p:nvPicPr>
          <p:cNvPr id="128" name="Picture 127" descr="A black and white sign with a building and a sign&#10;&#10;AI-generated content may be incorrect.">
            <a:extLst>
              <a:ext uri="{FF2B5EF4-FFF2-40B4-BE49-F238E27FC236}">
                <a16:creationId xmlns:a16="http://schemas.microsoft.com/office/drawing/2014/main" id="{F31247F5-AA50-8B88-4EFF-A8C15EB9FF7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256972" y="1634417"/>
            <a:ext cx="4239217" cy="2362530"/>
          </a:xfrm>
          <a:prstGeom prst="rect">
            <a:avLst/>
          </a:prstGeom>
        </p:spPr>
      </p:pic>
      <p:pic>
        <p:nvPicPr>
          <p:cNvPr id="134" name="Picture 133" descr="A screen shot of a television&#10;&#10;AI-generated content may be incorrect.">
            <a:extLst>
              <a:ext uri="{FF2B5EF4-FFF2-40B4-BE49-F238E27FC236}">
                <a16:creationId xmlns:a16="http://schemas.microsoft.com/office/drawing/2014/main" id="{4ECCE33E-AD80-2B06-F396-4EB61036DC0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256972" y="3964162"/>
            <a:ext cx="4411167" cy="2343150"/>
          </a:xfrm>
          <a:prstGeom prst="rect">
            <a:avLst/>
          </a:prstGeom>
        </p:spPr>
      </p:pic>
      <p:pic>
        <p:nvPicPr>
          <p:cNvPr id="136" name="Picture 135" descr="A close-up of a sign&#10;&#10;AI-generated content may be incorrect.">
            <a:extLst>
              <a:ext uri="{FF2B5EF4-FFF2-40B4-BE49-F238E27FC236}">
                <a16:creationId xmlns:a16="http://schemas.microsoft.com/office/drawing/2014/main" id="{E96C9BEE-4723-FFB1-BF95-96FDF0BA088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256972" y="2128654"/>
            <a:ext cx="4411167" cy="4178658"/>
          </a:xfrm>
          <a:prstGeom prst="rect">
            <a:avLst/>
          </a:prstGeom>
        </p:spPr>
      </p:pic>
      <p:pic>
        <p:nvPicPr>
          <p:cNvPr id="138" name="Picture 137" descr="A group of icons with text&#10;&#10;AI-generated content may be incorrect.">
            <a:extLst>
              <a:ext uri="{FF2B5EF4-FFF2-40B4-BE49-F238E27FC236}">
                <a16:creationId xmlns:a16="http://schemas.microsoft.com/office/drawing/2014/main" id="{E67D79AA-B70C-88F1-20C2-72191AA61B3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256972" y="2033564"/>
            <a:ext cx="3991532" cy="3343742"/>
          </a:xfrm>
          <a:prstGeom prst="rect">
            <a:avLst/>
          </a:prstGeom>
        </p:spPr>
      </p:pic>
    </p:spTree>
    <p:extLst>
      <p:ext uri="{BB962C8B-B14F-4D97-AF65-F5344CB8AC3E}">
        <p14:creationId xmlns:p14="http://schemas.microsoft.com/office/powerpoint/2010/main" val="1689316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3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91668-CEED-01B8-630C-BAED9EEAF34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Data Description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3BAC4DE-C590-369C-B98D-98F1C83B97C9}"/>
              </a:ext>
            </a:extLst>
          </p:cNvPr>
          <p:cNvSpPr>
            <a:spLocks noGrp="1"/>
          </p:cNvSpPr>
          <p:nvPr>
            <p:ph sz="half" idx="2"/>
          </p:nvPr>
        </p:nvSpPr>
        <p:spPr/>
        <p:txBody>
          <a:bodyPr/>
          <a:lstStyle/>
          <a:p>
            <a:endParaRPr lang="en-IN" sz="1800" dirty="0">
              <a:latin typeface="Times New Roman" panose="02020603050405020304" pitchFamily="18" charset="0"/>
              <a:cs typeface="Times New Roman" panose="02020603050405020304" pitchFamily="18" charset="0"/>
            </a:endParaRPr>
          </a:p>
          <a:p>
            <a:pPr algn="just">
              <a:buNone/>
            </a:pPr>
            <a:r>
              <a:rPr lang="en-US" sz="1800" dirty="0">
                <a:latin typeface="Times New Roman" panose="02020603050405020304" pitchFamily="18" charset="0"/>
                <a:cs typeface="Times New Roman" panose="02020603050405020304" pitchFamily="18" charset="0"/>
              </a:rPr>
              <a:t>Eye-tracking data included key fixation-related metrics:</a:t>
            </a:r>
          </a:p>
          <a:p>
            <a:pPr algn="just"/>
            <a:r>
              <a:rPr lang="en-US" sz="1800" b="1" dirty="0">
                <a:latin typeface="Times New Roman" panose="02020603050405020304" pitchFamily="18" charset="0"/>
                <a:cs typeface="Times New Roman" panose="02020603050405020304" pitchFamily="18" charset="0"/>
              </a:rPr>
              <a:t>Fixation Count (FC)</a:t>
            </a:r>
            <a:r>
              <a:rPr lang="en-US" sz="1800" dirty="0">
                <a:latin typeface="Times New Roman" panose="02020603050405020304" pitchFamily="18" charset="0"/>
                <a:cs typeface="Times New Roman" panose="02020603050405020304" pitchFamily="18" charset="0"/>
              </a:rPr>
              <a:t> – number of times a participant fixated on an area.</a:t>
            </a:r>
          </a:p>
          <a:p>
            <a:pPr algn="just"/>
            <a:r>
              <a:rPr lang="en-US" sz="1800" b="1" dirty="0">
                <a:latin typeface="Times New Roman" panose="02020603050405020304" pitchFamily="18" charset="0"/>
                <a:cs typeface="Times New Roman" panose="02020603050405020304" pitchFamily="18" charset="0"/>
              </a:rPr>
              <a:t>Total Fixation Duration (TFD)</a:t>
            </a:r>
            <a:r>
              <a:rPr lang="en-US" sz="1800" dirty="0">
                <a:latin typeface="Times New Roman" panose="02020603050405020304" pitchFamily="18" charset="0"/>
                <a:cs typeface="Times New Roman" panose="02020603050405020304" pitchFamily="18" charset="0"/>
              </a:rPr>
              <a:t> – overall time spent focusing on specific areas.</a:t>
            </a:r>
          </a:p>
          <a:p>
            <a:pPr algn="just"/>
            <a:r>
              <a:rPr lang="en-US" sz="1800" b="1" dirty="0">
                <a:latin typeface="Times New Roman" panose="02020603050405020304" pitchFamily="18" charset="0"/>
                <a:cs typeface="Times New Roman" panose="02020603050405020304" pitchFamily="18" charset="0"/>
              </a:rPr>
              <a:t>Average Fixation Duration (AFD)</a:t>
            </a:r>
            <a:r>
              <a:rPr lang="en-US" sz="1800" dirty="0">
                <a:latin typeface="Times New Roman" panose="02020603050405020304" pitchFamily="18" charset="0"/>
                <a:cs typeface="Times New Roman" panose="02020603050405020304" pitchFamily="18" charset="0"/>
              </a:rPr>
              <a:t> – average time per fixation, indicating cognitive load.</a:t>
            </a:r>
          </a:p>
          <a:p>
            <a:pPr marL="0" indent="0" algn="just">
              <a:buNone/>
            </a:pPr>
            <a:r>
              <a:rPr lang="en-US" sz="1800" dirty="0">
                <a:latin typeface="Times New Roman" panose="02020603050405020304" pitchFamily="18" charset="0"/>
                <a:cs typeface="Times New Roman" panose="02020603050405020304" pitchFamily="18" charset="0"/>
              </a:rPr>
              <a:t>These metrics help assess attention and situational awareness during distracted and undistracted road-crossing scenarios.</a:t>
            </a:r>
          </a:p>
          <a:p>
            <a:endParaRPr lang="en-IN" dirty="0"/>
          </a:p>
          <a:p>
            <a:endParaRPr lang="en-US" dirty="0"/>
          </a:p>
        </p:txBody>
      </p:sp>
    </p:spTree>
    <p:extLst>
      <p:ext uri="{BB962C8B-B14F-4D97-AF65-F5344CB8AC3E}">
        <p14:creationId xmlns:p14="http://schemas.microsoft.com/office/powerpoint/2010/main" val="6600196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7A90B-B2A0-9EAE-AFE4-DCFAF9AAA61B}"/>
              </a:ext>
            </a:extLst>
          </p:cNvPr>
          <p:cNvSpPr>
            <a:spLocks noGrp="1"/>
          </p:cNvSpPr>
          <p:nvPr>
            <p:ph type="title"/>
          </p:nvPr>
        </p:nvSpPr>
        <p:spPr/>
        <p:txBody>
          <a:bodyPr/>
          <a:lstStyle/>
          <a:p>
            <a:r>
              <a:rPr lang="en-IN" dirty="0"/>
              <a:t>Results</a:t>
            </a:r>
          </a:p>
        </p:txBody>
      </p:sp>
      <p:pic>
        <p:nvPicPr>
          <p:cNvPr id="8" name="Picture 7" descr="A graph of different colored bars&#10;&#10;AI-generated content may be incorrect.">
            <a:extLst>
              <a:ext uri="{FF2B5EF4-FFF2-40B4-BE49-F238E27FC236}">
                <a16:creationId xmlns:a16="http://schemas.microsoft.com/office/drawing/2014/main" id="{EC4C075C-9320-2D77-70D7-1EC43C2B79B1}"/>
              </a:ext>
            </a:extLst>
          </p:cNvPr>
          <p:cNvPicPr>
            <a:picLocks noChangeAspect="1"/>
          </p:cNvPicPr>
          <p:nvPr/>
        </p:nvPicPr>
        <p:blipFill>
          <a:blip r:embed="rId2"/>
          <a:stretch>
            <a:fillRect/>
          </a:stretch>
        </p:blipFill>
        <p:spPr>
          <a:xfrm>
            <a:off x="164757" y="1189285"/>
            <a:ext cx="8526162" cy="4572561"/>
          </a:xfrm>
          <a:prstGeom prst="rect">
            <a:avLst/>
          </a:prstGeom>
        </p:spPr>
      </p:pic>
    </p:spTree>
    <p:extLst>
      <p:ext uri="{BB962C8B-B14F-4D97-AF65-F5344CB8AC3E}">
        <p14:creationId xmlns:p14="http://schemas.microsoft.com/office/powerpoint/2010/main" val="32994707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of different colored bars&#10;&#10;AI-generated content may be incorrect.">
            <a:extLst>
              <a:ext uri="{FF2B5EF4-FFF2-40B4-BE49-F238E27FC236}">
                <a16:creationId xmlns:a16="http://schemas.microsoft.com/office/drawing/2014/main" id="{87552AE5-7245-E32B-24DD-114C04C8BFF0}"/>
              </a:ext>
            </a:extLst>
          </p:cNvPr>
          <p:cNvPicPr>
            <a:picLocks noChangeAspect="1"/>
          </p:cNvPicPr>
          <p:nvPr/>
        </p:nvPicPr>
        <p:blipFill>
          <a:blip r:embed="rId2"/>
          <a:stretch>
            <a:fillRect/>
          </a:stretch>
        </p:blipFill>
        <p:spPr>
          <a:xfrm>
            <a:off x="220870" y="1272859"/>
            <a:ext cx="8702261" cy="4776107"/>
          </a:xfrm>
          <a:prstGeom prst="rect">
            <a:avLst/>
          </a:prstGeom>
        </p:spPr>
      </p:pic>
    </p:spTree>
    <p:extLst>
      <p:ext uri="{BB962C8B-B14F-4D97-AF65-F5344CB8AC3E}">
        <p14:creationId xmlns:p14="http://schemas.microsoft.com/office/powerpoint/2010/main" val="11493665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46B00-B66B-5ABA-58C1-168829979A1E}"/>
              </a:ext>
            </a:extLst>
          </p:cNvPr>
          <p:cNvSpPr>
            <a:spLocks noGrp="1"/>
          </p:cNvSpPr>
          <p:nvPr>
            <p:ph type="title"/>
          </p:nvPr>
        </p:nvSpPr>
        <p:spPr/>
        <p:txBody>
          <a:bodyPr/>
          <a:lstStyle/>
          <a:p>
            <a:r>
              <a:rPr lang="en-US" dirty="0">
                <a:ea typeface="Calibri"/>
                <a:cs typeface="Calibri"/>
              </a:rPr>
              <a:t>Fix_Count by Type of AOI (IC vs NO_CM</a:t>
            </a:r>
            <a:r>
              <a:rPr lang="en-US" dirty="0">
                <a:latin typeface="Times New Roman" panose="02020603050405020304" pitchFamily="18" charset="0"/>
                <a:ea typeface="Calibri"/>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EE41A55-E9AD-9285-92D4-B052425E594E}"/>
              </a:ext>
            </a:extLst>
          </p:cNvPr>
          <p:cNvSpPr>
            <a:spLocks noGrp="1"/>
          </p:cNvSpPr>
          <p:nvPr>
            <p:ph sz="half" idx="2"/>
          </p:nvPr>
        </p:nvSpPr>
        <p:spPr/>
        <p:txBody>
          <a:bodyPr/>
          <a:lstStyle/>
          <a:p>
            <a:pPr marL="0" indent="0">
              <a:buNone/>
            </a:pPr>
            <a:endParaRPr lang="en-US" sz="1800" dirty="0">
              <a:latin typeface="Times New Roman" panose="02020603050405020304" pitchFamily="18" charset="0"/>
              <a:ea typeface="Calibri"/>
              <a:cs typeface="Times New Roman" panose="02020603050405020304" pitchFamily="18" charset="0"/>
            </a:endParaRPr>
          </a:p>
          <a:p>
            <a:r>
              <a:rPr lang="en-US" sz="1800" dirty="0">
                <a:latin typeface="Times New Roman" panose="02020603050405020304" pitchFamily="18" charset="0"/>
                <a:ea typeface="Calibri"/>
                <a:cs typeface="Times New Roman" panose="02020603050405020304" pitchFamily="18" charset="0"/>
              </a:rPr>
              <a:t>Distractions increase fixation counts, especially during texting and talking, indicating higher cognitive load.</a:t>
            </a:r>
          </a:p>
          <a:p>
            <a:endParaRPr lang="en-US" sz="1800" dirty="0">
              <a:latin typeface="Times New Roman" panose="02020603050405020304" pitchFamily="18" charset="0"/>
              <a:ea typeface="Calibri"/>
              <a:cs typeface="Times New Roman" panose="02020603050405020304" pitchFamily="18" charset="0"/>
            </a:endParaRPr>
          </a:p>
          <a:p>
            <a:r>
              <a:rPr lang="en-US" sz="1800" dirty="0">
                <a:latin typeface="Times New Roman" panose="02020603050405020304" pitchFamily="18" charset="0"/>
                <a:ea typeface="Calibri"/>
                <a:cs typeface="Times New Roman" panose="02020603050405020304" pitchFamily="18" charset="0"/>
              </a:rPr>
              <a:t>Road elements and sign boards consistently receive high attention across all conditions.</a:t>
            </a:r>
          </a:p>
          <a:p>
            <a:endParaRPr lang="en-US" sz="1800" dirty="0">
              <a:latin typeface="Times New Roman" panose="02020603050405020304" pitchFamily="18" charset="0"/>
              <a:ea typeface="Calibri"/>
              <a:cs typeface="Times New Roman" panose="02020603050405020304" pitchFamily="18" charset="0"/>
            </a:endParaRPr>
          </a:p>
          <a:p>
            <a:r>
              <a:rPr lang="en-US" sz="1800" dirty="0">
                <a:latin typeface="Times New Roman" panose="02020603050405020304" pitchFamily="18" charset="0"/>
                <a:ea typeface="Calibri"/>
                <a:cs typeface="Times New Roman" panose="02020603050405020304" pitchFamily="18" charset="0"/>
              </a:rPr>
              <a:t>Illuminated Crosswalks (IC) help reduce variability in gaze behavior, suggesting improved situational awareness.</a:t>
            </a:r>
          </a:p>
          <a:p>
            <a:endParaRPr lang="en-US" sz="1800" dirty="0">
              <a:latin typeface="Times New Roman" panose="02020603050405020304" pitchFamily="18" charset="0"/>
              <a:ea typeface="Calibri"/>
              <a:cs typeface="Times New Roman" panose="02020603050405020304" pitchFamily="18" charset="0"/>
            </a:endParaRPr>
          </a:p>
          <a:p>
            <a:r>
              <a:rPr lang="en-US" sz="1800" dirty="0">
                <a:latin typeface="Times New Roman" panose="02020603050405020304" pitchFamily="18" charset="0"/>
                <a:ea typeface="Calibri"/>
                <a:cs typeface="Times New Roman" panose="02020603050405020304" pitchFamily="18" charset="0"/>
              </a:rPr>
              <a:t>Fixation on fellow pedestrians drops during distractions, even with IC, highlighting reduced social awareness.</a:t>
            </a:r>
          </a:p>
          <a:p>
            <a:endParaRPr lang="en-US" sz="1800" dirty="0">
              <a:latin typeface="Times New Roman" panose="02020603050405020304" pitchFamily="18" charset="0"/>
              <a:ea typeface="Calibri"/>
              <a:cs typeface="Times New Roman" panose="02020603050405020304" pitchFamily="18" charset="0"/>
            </a:endParaRPr>
          </a:p>
          <a:p>
            <a:r>
              <a:rPr lang="en-US" sz="1800" dirty="0">
                <a:latin typeface="Times New Roman" panose="02020603050405020304" pitchFamily="18" charset="0"/>
                <a:ea typeface="Calibri"/>
                <a:cs typeface="Times New Roman" panose="02020603050405020304" pitchFamily="18" charset="0"/>
              </a:rPr>
              <a:t>IC mitigates, but does not eliminate, distraction effects—supporting the need for both infrastructure improvements and behavior awareness.</a:t>
            </a:r>
          </a:p>
        </p:txBody>
      </p:sp>
    </p:spTree>
    <p:extLst>
      <p:ext uri="{BB962C8B-B14F-4D97-AF65-F5344CB8AC3E}">
        <p14:creationId xmlns:p14="http://schemas.microsoft.com/office/powerpoint/2010/main" val="3127316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65AF0-846B-3A93-10BE-ED99420E71CD}"/>
              </a:ext>
            </a:extLst>
          </p:cNvPr>
          <p:cNvSpPr>
            <a:spLocks noGrp="1"/>
          </p:cNvSpPr>
          <p:nvPr>
            <p:ph type="title"/>
          </p:nvPr>
        </p:nvSpPr>
        <p:spPr/>
        <p:txBody>
          <a:bodyPr/>
          <a:lstStyle/>
          <a:p>
            <a:r>
              <a:rPr lang="en-US" dirty="0">
                <a:ea typeface="Calibri"/>
                <a:cs typeface="Calibri"/>
              </a:rPr>
              <a:t>Fix_Dur(ms)_Baseline (IC vs NO_CM)</a:t>
            </a:r>
            <a:endParaRPr lang="en-US" dirty="0"/>
          </a:p>
        </p:txBody>
      </p:sp>
      <p:pic>
        <p:nvPicPr>
          <p:cNvPr id="4" name="Content Placeholder 3">
            <a:extLst>
              <a:ext uri="{FF2B5EF4-FFF2-40B4-BE49-F238E27FC236}">
                <a16:creationId xmlns:a16="http://schemas.microsoft.com/office/drawing/2014/main" id="{AD8E9120-16F3-FB95-7D92-3F45B923F25A}"/>
              </a:ext>
            </a:extLst>
          </p:cNvPr>
          <p:cNvPicPr>
            <a:picLocks noGrp="1" noChangeAspect="1"/>
          </p:cNvPicPr>
          <p:nvPr>
            <p:ph sz="half" idx="2"/>
          </p:nvPr>
        </p:nvPicPr>
        <p:blipFill>
          <a:blip r:embed="rId2"/>
          <a:stretch>
            <a:fillRect/>
          </a:stretch>
        </p:blipFill>
        <p:spPr>
          <a:xfrm>
            <a:off x="180461" y="1285695"/>
            <a:ext cx="4572000" cy="2415676"/>
          </a:xfrm>
        </p:spPr>
      </p:pic>
      <p:pic>
        <p:nvPicPr>
          <p:cNvPr id="6" name="Picture 5" descr="A colorful pie chart with text&#10;&#10;AI-generated content may be incorrect.">
            <a:extLst>
              <a:ext uri="{FF2B5EF4-FFF2-40B4-BE49-F238E27FC236}">
                <a16:creationId xmlns:a16="http://schemas.microsoft.com/office/drawing/2014/main" id="{C34FEC2D-6A4D-FB40-675C-9F949D5B4A9D}"/>
              </a:ext>
            </a:extLst>
          </p:cNvPr>
          <p:cNvPicPr>
            <a:picLocks noChangeAspect="1"/>
          </p:cNvPicPr>
          <p:nvPr/>
        </p:nvPicPr>
        <p:blipFill>
          <a:blip r:embed="rId3"/>
          <a:stretch>
            <a:fillRect/>
          </a:stretch>
        </p:blipFill>
        <p:spPr>
          <a:xfrm>
            <a:off x="3918088" y="3706536"/>
            <a:ext cx="4819650" cy="2581275"/>
          </a:xfrm>
          <a:prstGeom prst="rect">
            <a:avLst/>
          </a:prstGeom>
        </p:spPr>
      </p:pic>
    </p:spTree>
    <p:extLst>
      <p:ext uri="{BB962C8B-B14F-4D97-AF65-F5344CB8AC3E}">
        <p14:creationId xmlns:p14="http://schemas.microsoft.com/office/powerpoint/2010/main" val="12843046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F6ECD-9013-F105-96DD-EBF1009870C6}"/>
              </a:ext>
            </a:extLst>
          </p:cNvPr>
          <p:cNvSpPr>
            <a:spLocks noGrp="1"/>
          </p:cNvSpPr>
          <p:nvPr>
            <p:ph type="title"/>
          </p:nvPr>
        </p:nvSpPr>
        <p:spPr/>
        <p:txBody>
          <a:bodyPr/>
          <a:lstStyle/>
          <a:p>
            <a:r>
              <a:rPr lang="en-US" dirty="0">
                <a:ea typeface="Calibri"/>
                <a:cs typeface="Calibri"/>
              </a:rPr>
              <a:t>Fix_Dur(ms)_BB</a:t>
            </a:r>
            <a:endParaRPr lang="en-US" dirty="0"/>
          </a:p>
        </p:txBody>
      </p:sp>
      <p:pic>
        <p:nvPicPr>
          <p:cNvPr id="7" name="Content Placeholder 6" descr="A pie chart with numbers and text&#10;&#10;AI-generated content may be incorrect.">
            <a:extLst>
              <a:ext uri="{FF2B5EF4-FFF2-40B4-BE49-F238E27FC236}">
                <a16:creationId xmlns:a16="http://schemas.microsoft.com/office/drawing/2014/main" id="{3E736B2B-9CC1-21F5-C06B-1DFCF06482E4}"/>
              </a:ext>
            </a:extLst>
          </p:cNvPr>
          <p:cNvPicPr>
            <a:picLocks noGrp="1" noChangeAspect="1"/>
          </p:cNvPicPr>
          <p:nvPr>
            <p:ph sz="half" idx="2"/>
          </p:nvPr>
        </p:nvPicPr>
        <p:blipFill>
          <a:blip r:embed="rId2"/>
          <a:stretch>
            <a:fillRect/>
          </a:stretch>
        </p:blipFill>
        <p:spPr>
          <a:xfrm>
            <a:off x="290895" y="1313737"/>
            <a:ext cx="4572000" cy="2492115"/>
          </a:xfrm>
        </p:spPr>
      </p:pic>
      <p:pic>
        <p:nvPicPr>
          <p:cNvPr id="8" name="Picture 7" descr="A pie chart with numbers and text&#10;&#10;AI-generated content may be incorrect.">
            <a:extLst>
              <a:ext uri="{FF2B5EF4-FFF2-40B4-BE49-F238E27FC236}">
                <a16:creationId xmlns:a16="http://schemas.microsoft.com/office/drawing/2014/main" id="{55BF16D1-618E-110F-6442-A13D8DB63CA2}"/>
              </a:ext>
            </a:extLst>
          </p:cNvPr>
          <p:cNvPicPr>
            <a:picLocks noChangeAspect="1"/>
          </p:cNvPicPr>
          <p:nvPr/>
        </p:nvPicPr>
        <p:blipFill>
          <a:blip r:embed="rId3"/>
          <a:stretch>
            <a:fillRect/>
          </a:stretch>
        </p:blipFill>
        <p:spPr>
          <a:xfrm>
            <a:off x="3459714" y="3812829"/>
            <a:ext cx="5095875" cy="2390775"/>
          </a:xfrm>
          <a:prstGeom prst="rect">
            <a:avLst/>
          </a:prstGeom>
        </p:spPr>
      </p:pic>
    </p:spTree>
    <p:extLst>
      <p:ext uri="{BB962C8B-B14F-4D97-AF65-F5344CB8AC3E}">
        <p14:creationId xmlns:p14="http://schemas.microsoft.com/office/powerpoint/2010/main" val="2343559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80EA6-3583-572C-2E18-220E666D3C2D}"/>
              </a:ext>
            </a:extLst>
          </p:cNvPr>
          <p:cNvSpPr>
            <a:spLocks noGrp="1"/>
          </p:cNvSpPr>
          <p:nvPr>
            <p:ph type="title"/>
          </p:nvPr>
        </p:nvSpPr>
        <p:spPr/>
        <p:txBody>
          <a:bodyPr/>
          <a:lstStyle/>
          <a:p>
            <a:r>
              <a:rPr lang="en-US" dirty="0">
                <a:ea typeface="Calibri"/>
                <a:cs typeface="Calibri"/>
              </a:rPr>
              <a:t>Fix_Dur(ms)_LM</a:t>
            </a:r>
            <a:endParaRPr lang="en-US" dirty="0"/>
          </a:p>
        </p:txBody>
      </p:sp>
      <p:pic>
        <p:nvPicPr>
          <p:cNvPr id="4" name="Content Placeholder 3" descr="A pie chart with numbers and text&#10;&#10;AI-generated content may be incorrect.">
            <a:extLst>
              <a:ext uri="{FF2B5EF4-FFF2-40B4-BE49-F238E27FC236}">
                <a16:creationId xmlns:a16="http://schemas.microsoft.com/office/drawing/2014/main" id="{81E88E34-E21D-20B9-55ED-FC7BC9BEF3C3}"/>
              </a:ext>
            </a:extLst>
          </p:cNvPr>
          <p:cNvPicPr>
            <a:picLocks noGrp="1" noChangeAspect="1"/>
          </p:cNvPicPr>
          <p:nvPr>
            <p:ph sz="half" idx="2"/>
          </p:nvPr>
        </p:nvPicPr>
        <p:blipFill>
          <a:blip r:embed="rId2"/>
          <a:stretch>
            <a:fillRect/>
          </a:stretch>
        </p:blipFill>
        <p:spPr>
          <a:xfrm>
            <a:off x="180460" y="1380920"/>
            <a:ext cx="4572000" cy="2401923"/>
          </a:xfrm>
        </p:spPr>
      </p:pic>
      <p:pic>
        <p:nvPicPr>
          <p:cNvPr id="5" name="Picture 4" descr="A pie chart with numbers and text&#10;&#10;AI-generated content may be incorrect.">
            <a:extLst>
              <a:ext uri="{FF2B5EF4-FFF2-40B4-BE49-F238E27FC236}">
                <a16:creationId xmlns:a16="http://schemas.microsoft.com/office/drawing/2014/main" id="{4758E5FD-01F9-5210-C1B1-B5BDFB8ADCF3}"/>
              </a:ext>
            </a:extLst>
          </p:cNvPr>
          <p:cNvPicPr>
            <a:picLocks noChangeAspect="1"/>
          </p:cNvPicPr>
          <p:nvPr/>
        </p:nvPicPr>
        <p:blipFill>
          <a:blip r:embed="rId3"/>
          <a:stretch>
            <a:fillRect/>
          </a:stretch>
        </p:blipFill>
        <p:spPr>
          <a:xfrm>
            <a:off x="3704811" y="3929546"/>
            <a:ext cx="4914900" cy="2400300"/>
          </a:xfrm>
          <a:prstGeom prst="rect">
            <a:avLst/>
          </a:prstGeom>
        </p:spPr>
      </p:pic>
    </p:spTree>
    <p:extLst>
      <p:ext uri="{BB962C8B-B14F-4D97-AF65-F5344CB8AC3E}">
        <p14:creationId xmlns:p14="http://schemas.microsoft.com/office/powerpoint/2010/main" val="19295895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3C80A-6330-4C9F-CA7B-6EA24D4A829C}"/>
              </a:ext>
            </a:extLst>
          </p:cNvPr>
          <p:cNvSpPr>
            <a:spLocks noGrp="1"/>
          </p:cNvSpPr>
          <p:nvPr>
            <p:ph type="title"/>
          </p:nvPr>
        </p:nvSpPr>
        <p:spPr/>
        <p:txBody>
          <a:bodyPr/>
          <a:lstStyle/>
          <a:p>
            <a:r>
              <a:rPr lang="en-US" dirty="0">
                <a:ea typeface="Calibri"/>
                <a:cs typeface="Calibri"/>
              </a:rPr>
              <a:t>Fix_Dur(ms)_TLK</a:t>
            </a:r>
            <a:endParaRPr lang="en-US" dirty="0"/>
          </a:p>
        </p:txBody>
      </p:sp>
      <p:pic>
        <p:nvPicPr>
          <p:cNvPr id="4" name="Content Placeholder 3" descr="A pie chart with numbers and text&#10;&#10;AI-generated content may be incorrect.">
            <a:extLst>
              <a:ext uri="{FF2B5EF4-FFF2-40B4-BE49-F238E27FC236}">
                <a16:creationId xmlns:a16="http://schemas.microsoft.com/office/drawing/2014/main" id="{DFE7312F-1178-EFF7-B7A7-46DC005B36C3}"/>
              </a:ext>
            </a:extLst>
          </p:cNvPr>
          <p:cNvPicPr>
            <a:picLocks noGrp="1" noChangeAspect="1"/>
          </p:cNvPicPr>
          <p:nvPr>
            <p:ph sz="half" idx="2"/>
          </p:nvPr>
        </p:nvPicPr>
        <p:blipFill>
          <a:blip r:embed="rId2"/>
          <a:stretch>
            <a:fillRect/>
          </a:stretch>
        </p:blipFill>
        <p:spPr>
          <a:xfrm>
            <a:off x="393945" y="1220220"/>
            <a:ext cx="4410075" cy="2590800"/>
          </a:xfrm>
        </p:spPr>
      </p:pic>
      <p:pic>
        <p:nvPicPr>
          <p:cNvPr id="5" name="Picture 4" descr="A pie chart with numbers and text&#10;&#10;AI-generated content may be incorrect.">
            <a:extLst>
              <a:ext uri="{FF2B5EF4-FFF2-40B4-BE49-F238E27FC236}">
                <a16:creationId xmlns:a16="http://schemas.microsoft.com/office/drawing/2014/main" id="{9B188A31-9096-DF35-5163-3B75A846F6CE}"/>
              </a:ext>
            </a:extLst>
          </p:cNvPr>
          <p:cNvPicPr>
            <a:picLocks noChangeAspect="1"/>
          </p:cNvPicPr>
          <p:nvPr/>
        </p:nvPicPr>
        <p:blipFill>
          <a:blip r:embed="rId3"/>
          <a:stretch>
            <a:fillRect/>
          </a:stretch>
        </p:blipFill>
        <p:spPr>
          <a:xfrm>
            <a:off x="4263197" y="3812623"/>
            <a:ext cx="4438650" cy="2457450"/>
          </a:xfrm>
          <a:prstGeom prst="rect">
            <a:avLst/>
          </a:prstGeom>
        </p:spPr>
      </p:pic>
    </p:spTree>
    <p:extLst>
      <p:ext uri="{BB962C8B-B14F-4D97-AF65-F5344CB8AC3E}">
        <p14:creationId xmlns:p14="http://schemas.microsoft.com/office/powerpoint/2010/main" val="13670262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AAA77-3CF1-503B-1EC3-33790AD8C8CB}"/>
              </a:ext>
            </a:extLst>
          </p:cNvPr>
          <p:cNvSpPr>
            <a:spLocks noGrp="1"/>
          </p:cNvSpPr>
          <p:nvPr>
            <p:ph type="title"/>
          </p:nvPr>
        </p:nvSpPr>
        <p:spPr/>
        <p:txBody>
          <a:bodyPr/>
          <a:lstStyle/>
          <a:p>
            <a:r>
              <a:rPr lang="en-US" dirty="0">
                <a:ea typeface="Calibri"/>
                <a:cs typeface="Calibri"/>
              </a:rPr>
              <a:t>Fix_Dur(ms)_TXT</a:t>
            </a:r>
            <a:endParaRPr lang="en-US" dirty="0"/>
          </a:p>
        </p:txBody>
      </p:sp>
      <p:pic>
        <p:nvPicPr>
          <p:cNvPr id="4" name="Content Placeholder 3" descr="A pie chart with numbers and text&#10;&#10;AI-generated content may be incorrect.">
            <a:extLst>
              <a:ext uri="{FF2B5EF4-FFF2-40B4-BE49-F238E27FC236}">
                <a16:creationId xmlns:a16="http://schemas.microsoft.com/office/drawing/2014/main" id="{B8332E29-C9B1-CF16-7645-F5494EF92939}"/>
              </a:ext>
            </a:extLst>
          </p:cNvPr>
          <p:cNvPicPr>
            <a:picLocks noGrp="1" noChangeAspect="1"/>
          </p:cNvPicPr>
          <p:nvPr>
            <p:ph sz="half" idx="2"/>
          </p:nvPr>
        </p:nvPicPr>
        <p:blipFill>
          <a:blip r:embed="rId2"/>
          <a:stretch>
            <a:fillRect/>
          </a:stretch>
        </p:blipFill>
        <p:spPr>
          <a:xfrm>
            <a:off x="179149" y="1229953"/>
            <a:ext cx="4486275" cy="2505075"/>
          </a:xfrm>
        </p:spPr>
      </p:pic>
      <p:pic>
        <p:nvPicPr>
          <p:cNvPr id="5" name="Picture 4" descr="A pie chart with numbers and text&#10;&#10;AI-generated content may be incorrect.">
            <a:extLst>
              <a:ext uri="{FF2B5EF4-FFF2-40B4-BE49-F238E27FC236}">
                <a16:creationId xmlns:a16="http://schemas.microsoft.com/office/drawing/2014/main" id="{2FEA60CF-D35D-F5F1-724D-E45097037AA0}"/>
              </a:ext>
            </a:extLst>
          </p:cNvPr>
          <p:cNvPicPr>
            <a:picLocks noChangeAspect="1"/>
          </p:cNvPicPr>
          <p:nvPr/>
        </p:nvPicPr>
        <p:blipFill>
          <a:blip r:embed="rId3"/>
          <a:stretch>
            <a:fillRect/>
          </a:stretch>
        </p:blipFill>
        <p:spPr>
          <a:xfrm>
            <a:off x="4253672" y="3739252"/>
            <a:ext cx="4457700" cy="2714625"/>
          </a:xfrm>
          <a:prstGeom prst="rect">
            <a:avLst/>
          </a:prstGeom>
        </p:spPr>
      </p:pic>
    </p:spTree>
    <p:extLst>
      <p:ext uri="{BB962C8B-B14F-4D97-AF65-F5344CB8AC3E}">
        <p14:creationId xmlns:p14="http://schemas.microsoft.com/office/powerpoint/2010/main" val="23636386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B8359-53A5-3029-5D16-A3C6D0E2095A}"/>
              </a:ext>
            </a:extLst>
          </p:cNvPr>
          <p:cNvSpPr>
            <a:spLocks noGrp="1"/>
          </p:cNvSpPr>
          <p:nvPr>
            <p:ph type="title"/>
          </p:nvPr>
        </p:nvSpPr>
        <p:spPr/>
        <p:txBody>
          <a:bodyPr/>
          <a:lstStyle/>
          <a:p>
            <a:r>
              <a:rPr lang="en-US" dirty="0"/>
              <a:t>Inference from </a:t>
            </a:r>
            <a:r>
              <a:rPr lang="en-US"/>
              <a:t>Pie-Charts</a:t>
            </a:r>
            <a:endParaRPr lang="en-US" dirty="0"/>
          </a:p>
        </p:txBody>
      </p:sp>
      <p:sp>
        <p:nvSpPr>
          <p:cNvPr id="3" name="Content Placeholder 2">
            <a:extLst>
              <a:ext uri="{FF2B5EF4-FFF2-40B4-BE49-F238E27FC236}">
                <a16:creationId xmlns:a16="http://schemas.microsoft.com/office/drawing/2014/main" id="{B9A4A936-3932-968D-3FB8-31E86454418A}"/>
              </a:ext>
            </a:extLst>
          </p:cNvPr>
          <p:cNvSpPr>
            <a:spLocks noGrp="1"/>
          </p:cNvSpPr>
          <p:nvPr>
            <p:ph sz="half" idx="2"/>
          </p:nvPr>
        </p:nvSpPr>
        <p:spPr>
          <a:xfrm>
            <a:off x="180653" y="1173984"/>
            <a:ext cx="8768137" cy="5237649"/>
          </a:xfrm>
        </p:spPr>
        <p:txBody>
          <a:bodyPr/>
          <a:lstStyle/>
          <a:p>
            <a:pPr>
              <a:buFont typeface="Calibri" charset="0"/>
              <a:buChar char="-"/>
            </a:pPr>
            <a:r>
              <a:rPr lang="en-US" sz="1800" b="1" dirty="0">
                <a:latin typeface="Times New Roman" panose="02020603050405020304" pitchFamily="18" charset="0"/>
                <a:ea typeface="Calibri"/>
                <a:cs typeface="Times New Roman" panose="02020603050405020304" pitchFamily="18" charset="0"/>
              </a:rPr>
              <a:t>Baseline</a:t>
            </a:r>
            <a:r>
              <a:rPr lang="en-US" sz="1800" dirty="0">
                <a:latin typeface="Times New Roman" panose="02020603050405020304" pitchFamily="18" charset="0"/>
                <a:ea typeface="Calibri"/>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a:p>
            <a:pPr marL="1028700" lvl="1">
              <a:buFont typeface="Arial"/>
              <a:buChar char="–"/>
            </a:pPr>
            <a:r>
              <a:rPr lang="en-US" sz="1800" b="1" dirty="0">
                <a:latin typeface="Times New Roman" panose="02020603050405020304" pitchFamily="18" charset="0"/>
                <a:ea typeface="Calibri"/>
                <a:cs typeface="Times New Roman" panose="02020603050405020304" pitchFamily="18" charset="0"/>
              </a:rPr>
              <a:t>IC</a:t>
            </a:r>
            <a:r>
              <a:rPr lang="en-US" sz="1800" dirty="0">
                <a:latin typeface="Times New Roman" panose="02020603050405020304" pitchFamily="18" charset="0"/>
                <a:ea typeface="Calibri"/>
                <a:cs typeface="Times New Roman" panose="02020603050405020304" pitchFamily="18" charset="0"/>
              </a:rPr>
              <a:t>: 56% of gaze focused on road elements — indicating strong situational awareness.</a:t>
            </a:r>
            <a:endParaRPr lang="en-US" sz="1800" dirty="0">
              <a:latin typeface="Times New Roman" panose="02020603050405020304" pitchFamily="18" charset="0"/>
              <a:cs typeface="Times New Roman" panose="02020603050405020304" pitchFamily="18" charset="0"/>
            </a:endParaRPr>
          </a:p>
          <a:p>
            <a:pPr marL="1028700" lvl="1">
              <a:buFont typeface="Arial"/>
              <a:buChar char="–"/>
            </a:pPr>
            <a:r>
              <a:rPr lang="en-US" sz="1800" b="1" dirty="0">
                <a:latin typeface="Times New Roman" panose="02020603050405020304" pitchFamily="18" charset="0"/>
                <a:ea typeface="Calibri"/>
                <a:cs typeface="Times New Roman" panose="02020603050405020304" pitchFamily="18" charset="0"/>
              </a:rPr>
              <a:t>NO_CM</a:t>
            </a:r>
            <a:r>
              <a:rPr lang="en-US" sz="1800" dirty="0">
                <a:latin typeface="Times New Roman" panose="02020603050405020304" pitchFamily="18" charset="0"/>
                <a:ea typeface="Calibri"/>
                <a:cs typeface="Times New Roman" panose="02020603050405020304" pitchFamily="18" charset="0"/>
              </a:rPr>
              <a:t>: Only 41% on road elements — more scattered attention due to lack of visual guidance.</a:t>
            </a:r>
            <a:endParaRPr lang="en-US" sz="1800" dirty="0">
              <a:latin typeface="Times New Roman" panose="02020603050405020304" pitchFamily="18" charset="0"/>
              <a:cs typeface="Times New Roman" panose="02020603050405020304" pitchFamily="18" charset="0"/>
            </a:endParaRPr>
          </a:p>
          <a:p>
            <a:pPr>
              <a:buFont typeface="Calibri"/>
              <a:buChar char="-"/>
            </a:pPr>
            <a:r>
              <a:rPr lang="en-US" sz="1800" b="1" dirty="0">
                <a:latin typeface="Times New Roman" panose="02020603050405020304" pitchFamily="18" charset="0"/>
                <a:ea typeface="Calibri"/>
                <a:cs typeface="Times New Roman" panose="02020603050405020304" pitchFamily="18" charset="0"/>
              </a:rPr>
              <a:t>Billboard (BB)</a:t>
            </a:r>
            <a:r>
              <a:rPr lang="en-US" sz="1800" dirty="0">
                <a:latin typeface="Times New Roman" panose="02020603050405020304" pitchFamily="18" charset="0"/>
                <a:ea typeface="Calibri"/>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a:p>
            <a:pPr marL="1028700" lvl="1">
              <a:buFont typeface="Arial"/>
              <a:buChar char="–"/>
            </a:pPr>
            <a:r>
              <a:rPr lang="en-US" sz="1800" b="1" dirty="0">
                <a:latin typeface="Times New Roman" panose="02020603050405020304" pitchFamily="18" charset="0"/>
                <a:ea typeface="Calibri"/>
                <a:cs typeface="Times New Roman" panose="02020603050405020304" pitchFamily="18" charset="0"/>
              </a:rPr>
              <a:t>IC</a:t>
            </a:r>
            <a:r>
              <a:rPr lang="en-US" sz="1800" dirty="0">
                <a:latin typeface="Times New Roman" panose="02020603050405020304" pitchFamily="18" charset="0"/>
                <a:ea typeface="Calibri"/>
                <a:cs typeface="Times New Roman" panose="02020603050405020304" pitchFamily="18" charset="0"/>
              </a:rPr>
              <a:t>: 28.6% on road elements, 26.2% on ads — IC helps retain focus despite distraction.</a:t>
            </a:r>
            <a:endParaRPr lang="en-US" sz="1800" dirty="0">
              <a:latin typeface="Times New Roman" panose="02020603050405020304" pitchFamily="18" charset="0"/>
              <a:cs typeface="Times New Roman" panose="02020603050405020304" pitchFamily="18" charset="0"/>
            </a:endParaRPr>
          </a:p>
          <a:p>
            <a:pPr marL="1028700" lvl="1">
              <a:buFont typeface="Arial"/>
              <a:buChar char="–"/>
            </a:pPr>
            <a:r>
              <a:rPr lang="en-US" sz="1800" b="1" dirty="0">
                <a:latin typeface="Times New Roman" panose="02020603050405020304" pitchFamily="18" charset="0"/>
                <a:ea typeface="Calibri"/>
                <a:cs typeface="Times New Roman" panose="02020603050405020304" pitchFamily="18" charset="0"/>
              </a:rPr>
              <a:t>NO_CM</a:t>
            </a:r>
            <a:r>
              <a:rPr lang="en-US" sz="1800" dirty="0">
                <a:latin typeface="Times New Roman" panose="02020603050405020304" pitchFamily="18" charset="0"/>
                <a:ea typeface="Calibri"/>
                <a:cs typeface="Times New Roman" panose="02020603050405020304" pitchFamily="18" charset="0"/>
              </a:rPr>
              <a:t>: Only 9% on road elements, while ads dominate with 28.1% — distraction severely impairs focus.</a:t>
            </a:r>
            <a:endParaRPr lang="en-US" sz="1800" dirty="0">
              <a:latin typeface="Times New Roman" panose="02020603050405020304" pitchFamily="18" charset="0"/>
              <a:cs typeface="Times New Roman" panose="02020603050405020304" pitchFamily="18" charset="0"/>
            </a:endParaRPr>
          </a:p>
          <a:p>
            <a:pPr>
              <a:buFont typeface="Calibri"/>
              <a:buChar char="-"/>
            </a:pPr>
            <a:r>
              <a:rPr lang="en-US" sz="1800" b="1" dirty="0">
                <a:latin typeface="Times New Roman" panose="02020603050405020304" pitchFamily="18" charset="0"/>
                <a:ea typeface="Calibri"/>
                <a:cs typeface="Times New Roman" panose="02020603050405020304" pitchFamily="18" charset="0"/>
              </a:rPr>
              <a:t>Listening to Music (LM)</a:t>
            </a:r>
            <a:r>
              <a:rPr lang="en-US" sz="1800" dirty="0">
                <a:latin typeface="Times New Roman" panose="02020603050405020304" pitchFamily="18" charset="0"/>
                <a:ea typeface="Calibri"/>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a:p>
            <a:pPr marL="1028700" lvl="1">
              <a:buFont typeface="Arial"/>
              <a:buChar char="–"/>
            </a:pPr>
            <a:r>
              <a:rPr lang="en-US" sz="1800" b="1" dirty="0">
                <a:latin typeface="Times New Roman" panose="02020603050405020304" pitchFamily="18" charset="0"/>
                <a:ea typeface="Calibri"/>
                <a:cs typeface="Times New Roman" panose="02020603050405020304" pitchFamily="18" charset="0"/>
              </a:rPr>
              <a:t>IC</a:t>
            </a:r>
            <a:r>
              <a:rPr lang="en-US" sz="1800" dirty="0">
                <a:latin typeface="Times New Roman" panose="02020603050405020304" pitchFamily="18" charset="0"/>
                <a:ea typeface="Calibri"/>
                <a:cs typeface="Times New Roman" panose="02020603050405020304" pitchFamily="18" charset="0"/>
              </a:rPr>
              <a:t>: 43.5% on road elements — IC effectively directs attention during auditory distraction.</a:t>
            </a:r>
            <a:endParaRPr lang="en-US" sz="1800" dirty="0">
              <a:latin typeface="Times New Roman" panose="02020603050405020304" pitchFamily="18" charset="0"/>
              <a:cs typeface="Times New Roman" panose="02020603050405020304" pitchFamily="18" charset="0"/>
            </a:endParaRPr>
          </a:p>
          <a:p>
            <a:pPr marL="1028700" lvl="1">
              <a:buFont typeface="Arial"/>
              <a:buChar char="–"/>
            </a:pPr>
            <a:r>
              <a:rPr lang="en-US" sz="1800" b="1" dirty="0">
                <a:latin typeface="Times New Roman" panose="02020603050405020304" pitchFamily="18" charset="0"/>
                <a:ea typeface="Calibri"/>
                <a:cs typeface="Times New Roman" panose="02020603050405020304" pitchFamily="18" charset="0"/>
              </a:rPr>
              <a:t>NO_CM</a:t>
            </a:r>
            <a:r>
              <a:rPr lang="en-US" sz="1800" dirty="0">
                <a:latin typeface="Times New Roman" panose="02020603050405020304" pitchFamily="18" charset="0"/>
                <a:ea typeface="Calibri"/>
                <a:cs typeface="Times New Roman" panose="02020603050405020304" pitchFamily="18" charset="0"/>
              </a:rPr>
              <a:t>: Only 17.1% on road elements; buildings (31.1%) and ads (17.9%) attract more gaze.</a:t>
            </a:r>
            <a:endParaRPr lang="en-US" sz="1800" dirty="0">
              <a:latin typeface="Times New Roman" panose="02020603050405020304" pitchFamily="18" charset="0"/>
              <a:cs typeface="Times New Roman" panose="02020603050405020304" pitchFamily="18" charset="0"/>
            </a:endParaRPr>
          </a:p>
          <a:p>
            <a:pPr marL="1028700" lvl="1">
              <a:buFont typeface="Arial"/>
              <a:buChar char="–"/>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30464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1F185-80D7-1594-EB8B-F8BE5064DBDB}"/>
              </a:ext>
            </a:extLst>
          </p:cNvPr>
          <p:cNvSpPr>
            <a:spLocks noGrp="1"/>
          </p:cNvSpPr>
          <p:nvPr>
            <p:ph type="title"/>
          </p:nvPr>
        </p:nvSpPr>
        <p:spPr/>
        <p:txBody>
          <a:bodyPr/>
          <a:lstStyle/>
          <a:p>
            <a:r>
              <a:rPr lang="en-US">
                <a:ea typeface="Calibri"/>
                <a:cs typeface="Calibri"/>
              </a:rPr>
              <a:t>Inference from Pie-Charts</a:t>
            </a:r>
            <a:endParaRPr lang="en-US" err="1"/>
          </a:p>
        </p:txBody>
      </p:sp>
      <p:sp>
        <p:nvSpPr>
          <p:cNvPr id="3" name="Content Placeholder 2">
            <a:extLst>
              <a:ext uri="{FF2B5EF4-FFF2-40B4-BE49-F238E27FC236}">
                <a16:creationId xmlns:a16="http://schemas.microsoft.com/office/drawing/2014/main" id="{16CD4506-D119-105C-B35A-608294A205CB}"/>
              </a:ext>
            </a:extLst>
          </p:cNvPr>
          <p:cNvSpPr>
            <a:spLocks noGrp="1"/>
          </p:cNvSpPr>
          <p:nvPr>
            <p:ph sz="half" idx="2"/>
          </p:nvPr>
        </p:nvSpPr>
        <p:spPr/>
        <p:txBody>
          <a:bodyPr/>
          <a:lstStyle/>
          <a:p>
            <a:pPr>
              <a:buFont typeface="Calibri" charset="0"/>
              <a:buChar char="-"/>
            </a:pPr>
            <a:r>
              <a:rPr lang="en-US" sz="1800" b="1" dirty="0">
                <a:latin typeface="Times New Roman" panose="02020603050405020304" pitchFamily="18" charset="0"/>
                <a:cs typeface="Times New Roman" panose="02020603050405020304" pitchFamily="18" charset="0"/>
              </a:rPr>
              <a:t>Talking on the Phone (TLK)</a:t>
            </a:r>
            <a:r>
              <a:rPr lang="en-US" sz="1800"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1028700" lvl="1">
              <a:buFont typeface="Arial,Sans-Serif" charset="0"/>
              <a:buChar char="–"/>
            </a:pPr>
            <a:r>
              <a:rPr lang="en-US" sz="1800" b="1" dirty="0">
                <a:latin typeface="Times New Roman" panose="02020603050405020304" pitchFamily="18" charset="0"/>
                <a:cs typeface="Times New Roman" panose="02020603050405020304" pitchFamily="18" charset="0"/>
              </a:rPr>
              <a:t>IC</a:t>
            </a:r>
            <a:r>
              <a:rPr lang="en-US" sz="1800" dirty="0">
                <a:latin typeface="Times New Roman" panose="02020603050405020304" pitchFamily="18" charset="0"/>
                <a:cs typeface="Times New Roman" panose="02020603050405020304" pitchFamily="18" charset="0"/>
              </a:rPr>
              <a:t>: 37.1% on road elements — shows IC's strength even under cognitive load.</a:t>
            </a:r>
          </a:p>
          <a:p>
            <a:pPr marL="1028700" lvl="1">
              <a:buFont typeface="Arial,Sans-Serif" charset="0"/>
              <a:buChar char="–"/>
            </a:pPr>
            <a:r>
              <a:rPr lang="en-US" sz="1800" b="1" dirty="0">
                <a:latin typeface="Times New Roman" panose="02020603050405020304" pitchFamily="18" charset="0"/>
                <a:cs typeface="Times New Roman" panose="02020603050405020304" pitchFamily="18" charset="0"/>
              </a:rPr>
              <a:t>NO_CM</a:t>
            </a:r>
            <a:r>
              <a:rPr lang="en-US" sz="1800" dirty="0">
                <a:latin typeface="Times New Roman" panose="02020603050405020304" pitchFamily="18" charset="0"/>
                <a:cs typeface="Times New Roman" panose="02020603050405020304" pitchFamily="18" charset="0"/>
              </a:rPr>
              <a:t>: Just 12% on road elements, with 31.9% on fellow pedestrians and 21.2% on tech — highly fragmented gaze.</a:t>
            </a:r>
          </a:p>
          <a:p>
            <a:pPr>
              <a:buFont typeface="Calibri" charset="0"/>
              <a:buChar char="-"/>
            </a:pPr>
            <a:r>
              <a:rPr lang="en-US" sz="1800" b="1" dirty="0">
                <a:latin typeface="Times New Roman" panose="02020603050405020304" pitchFamily="18" charset="0"/>
                <a:cs typeface="Times New Roman" panose="02020603050405020304" pitchFamily="18" charset="0"/>
              </a:rPr>
              <a:t>Texting (TXT)</a:t>
            </a:r>
            <a:r>
              <a:rPr lang="en-US" sz="1800" dirty="0">
                <a:latin typeface="Times New Roman" panose="02020603050405020304" pitchFamily="18" charset="0"/>
                <a:cs typeface="Times New Roman" panose="02020603050405020304" pitchFamily="18" charset="0"/>
              </a:rPr>
              <a:t>:</a:t>
            </a:r>
          </a:p>
          <a:p>
            <a:pPr marL="1028700" lvl="1">
              <a:buFont typeface="Arial,Sans-Serif" charset="0"/>
              <a:buChar char="–"/>
            </a:pPr>
            <a:r>
              <a:rPr lang="en-US" sz="1800" b="1" dirty="0">
                <a:latin typeface="Times New Roman" panose="02020603050405020304" pitchFamily="18" charset="0"/>
                <a:cs typeface="Times New Roman" panose="02020603050405020304" pitchFamily="18" charset="0"/>
              </a:rPr>
              <a:t>IC</a:t>
            </a:r>
            <a:r>
              <a:rPr lang="en-US" sz="1800" dirty="0">
                <a:latin typeface="Times New Roman" panose="02020603050405020304" pitchFamily="18" charset="0"/>
                <a:cs typeface="Times New Roman" panose="02020603050405020304" pitchFamily="18" charset="0"/>
              </a:rPr>
              <a:t>: 31.7% on traffic signals, 23.5% each on buildings and vehicles — attention is fairly structured.</a:t>
            </a:r>
          </a:p>
          <a:p>
            <a:pPr marL="1028700" lvl="1">
              <a:buFont typeface="Arial,Sans-Serif" charset="0"/>
              <a:buChar char="–"/>
            </a:pPr>
            <a:r>
              <a:rPr lang="en-US" sz="1800" b="1" dirty="0">
                <a:latin typeface="Times New Roman" panose="02020603050405020304" pitchFamily="18" charset="0"/>
                <a:cs typeface="Times New Roman" panose="02020603050405020304" pitchFamily="18" charset="0"/>
              </a:rPr>
              <a:t>NO_CM</a:t>
            </a:r>
            <a:r>
              <a:rPr lang="en-US" sz="1800" dirty="0">
                <a:latin typeface="Times New Roman" panose="02020603050405020304" pitchFamily="18" charset="0"/>
                <a:cs typeface="Times New Roman" panose="02020603050405020304" pitchFamily="18" charset="0"/>
              </a:rPr>
              <a:t>: 46% on fellow pedestrians, only ~6% on road elements and signals — major drop in safety-critical focus.</a:t>
            </a:r>
          </a:p>
          <a:p>
            <a:pPr marL="742950" indent="-285750">
              <a:buFont typeface="Calibri" charset="0"/>
              <a:buChar char="-"/>
            </a:pPr>
            <a:endParaRPr lang="en-US" sz="2000" dirty="0">
              <a:latin typeface="Times New Roman" panose="02020603050405020304" pitchFamily="18" charset="0"/>
              <a:ea typeface="Calibri"/>
              <a:cs typeface="Times New Roman" panose="02020603050405020304" pitchFamily="18" charset="0"/>
            </a:endParaRPr>
          </a:p>
          <a:p>
            <a:pPr>
              <a:buFont typeface="Calibri" charset="0"/>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73959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894AE-3C03-A0ED-6261-7B076F2424D2}"/>
              </a:ext>
            </a:extLst>
          </p:cNvPr>
          <p:cNvSpPr>
            <a:spLocks noGrp="1"/>
          </p:cNvSpPr>
          <p:nvPr>
            <p:ph type="title"/>
          </p:nvPr>
        </p:nvSpPr>
        <p:spPr/>
        <p:txBody>
          <a:bodyPr/>
          <a:lstStyle/>
          <a:p>
            <a:r>
              <a:rPr lang="en-US" err="1">
                <a:ea typeface="Calibri"/>
                <a:cs typeface="Calibri"/>
              </a:rPr>
              <a:t>Fix_Count</a:t>
            </a:r>
            <a:r>
              <a:rPr lang="en-US">
                <a:ea typeface="Calibri"/>
                <a:cs typeface="Calibri"/>
              </a:rPr>
              <a:t> by Type of AOI &amp; Education</a:t>
            </a:r>
            <a:endParaRPr lang="en-US"/>
          </a:p>
        </p:txBody>
      </p:sp>
      <p:pic>
        <p:nvPicPr>
          <p:cNvPr id="7" name="Content Placeholder 6">
            <a:extLst>
              <a:ext uri="{FF2B5EF4-FFF2-40B4-BE49-F238E27FC236}">
                <a16:creationId xmlns:a16="http://schemas.microsoft.com/office/drawing/2014/main" id="{67D50295-0EBE-2118-B045-A556084D6807}"/>
              </a:ext>
            </a:extLst>
          </p:cNvPr>
          <p:cNvPicPr>
            <a:picLocks noGrp="1" noChangeAspect="1"/>
          </p:cNvPicPr>
          <p:nvPr>
            <p:ph sz="half" idx="2"/>
          </p:nvPr>
        </p:nvPicPr>
        <p:blipFill>
          <a:blip r:embed="rId2"/>
          <a:stretch>
            <a:fillRect/>
          </a:stretch>
        </p:blipFill>
        <p:spPr>
          <a:xfrm>
            <a:off x="445504" y="1281600"/>
            <a:ext cx="8183216" cy="4831343"/>
          </a:xfrm>
        </p:spPr>
      </p:pic>
    </p:spTree>
    <p:extLst>
      <p:ext uri="{BB962C8B-B14F-4D97-AF65-F5344CB8AC3E}">
        <p14:creationId xmlns:p14="http://schemas.microsoft.com/office/powerpoint/2010/main" val="40611201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041B0-5E48-4788-E789-A1BC66949E15}"/>
              </a:ext>
            </a:extLst>
          </p:cNvPr>
          <p:cNvSpPr>
            <a:spLocks noGrp="1"/>
          </p:cNvSpPr>
          <p:nvPr>
            <p:ph type="title"/>
          </p:nvPr>
        </p:nvSpPr>
        <p:spPr/>
        <p:txBody>
          <a:bodyPr/>
          <a:lstStyle/>
          <a:p>
            <a:endParaRPr lang="en-US"/>
          </a:p>
        </p:txBody>
      </p:sp>
      <p:pic>
        <p:nvPicPr>
          <p:cNvPr id="4" name="Content Placeholder 3" descr="A graph with numbers and a bar&#10;&#10;AI-generated content may be incorrect.">
            <a:extLst>
              <a:ext uri="{FF2B5EF4-FFF2-40B4-BE49-F238E27FC236}">
                <a16:creationId xmlns:a16="http://schemas.microsoft.com/office/drawing/2014/main" id="{F0B31388-386A-C1A7-AA5E-8AA67E66291F}"/>
              </a:ext>
            </a:extLst>
          </p:cNvPr>
          <p:cNvPicPr>
            <a:picLocks noGrp="1" noChangeAspect="1"/>
          </p:cNvPicPr>
          <p:nvPr>
            <p:ph sz="half" idx="2"/>
          </p:nvPr>
        </p:nvPicPr>
        <p:blipFill>
          <a:blip r:embed="rId2"/>
          <a:stretch>
            <a:fillRect/>
          </a:stretch>
        </p:blipFill>
        <p:spPr>
          <a:xfrm>
            <a:off x="732635" y="1147502"/>
            <a:ext cx="7896085" cy="5055366"/>
          </a:xfrm>
        </p:spPr>
      </p:pic>
    </p:spTree>
    <p:extLst>
      <p:ext uri="{BB962C8B-B14F-4D97-AF65-F5344CB8AC3E}">
        <p14:creationId xmlns:p14="http://schemas.microsoft.com/office/powerpoint/2010/main" val="20800486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BF1ED-F41F-58C0-EB1D-952BCC5BD604}"/>
              </a:ext>
            </a:extLst>
          </p:cNvPr>
          <p:cNvSpPr>
            <a:spLocks noGrp="1"/>
          </p:cNvSpPr>
          <p:nvPr>
            <p:ph type="title"/>
          </p:nvPr>
        </p:nvSpPr>
        <p:spPr/>
        <p:txBody>
          <a:bodyPr/>
          <a:lstStyle/>
          <a:p>
            <a:r>
              <a:rPr lang="en-US" sz="2400" err="1">
                <a:latin typeface="Times New Roman"/>
                <a:ea typeface="Calibri"/>
                <a:cs typeface="Calibri"/>
              </a:rPr>
              <a:t>Fix_Count</a:t>
            </a:r>
            <a:r>
              <a:rPr lang="en-US" sz="2400">
                <a:latin typeface="Times New Roman"/>
                <a:ea typeface="Calibri"/>
                <a:cs typeface="Calibri"/>
              </a:rPr>
              <a:t> by Type of AOI and Education</a:t>
            </a:r>
            <a:endParaRPr lang="en-US" sz="2400">
              <a:latin typeface="Times New Roman"/>
              <a:cs typeface="Times New Roman"/>
            </a:endParaRPr>
          </a:p>
        </p:txBody>
      </p:sp>
      <p:sp>
        <p:nvSpPr>
          <p:cNvPr id="3" name="Content Placeholder 2">
            <a:extLst>
              <a:ext uri="{FF2B5EF4-FFF2-40B4-BE49-F238E27FC236}">
                <a16:creationId xmlns:a16="http://schemas.microsoft.com/office/drawing/2014/main" id="{0DE1892F-73ED-44E6-5BA4-41B88ECCE1C5}"/>
              </a:ext>
            </a:extLst>
          </p:cNvPr>
          <p:cNvSpPr>
            <a:spLocks noGrp="1"/>
          </p:cNvSpPr>
          <p:nvPr>
            <p:ph sz="half" idx="2"/>
          </p:nvPr>
        </p:nvSpPr>
        <p:spPr/>
        <p:txBody>
          <a:bodyPr/>
          <a:lstStyle/>
          <a:p>
            <a:endParaRPr lang="en-US"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ea typeface="Calibri"/>
                <a:cs typeface="Times New Roman" panose="02020603050405020304" pitchFamily="18" charset="0"/>
              </a:rPr>
              <a:t>IC promotes focused visual behavior on road elements (931 fixations), with vehicles and signals also receiving structured attention.</a:t>
            </a:r>
          </a:p>
          <a:p>
            <a:pPr algn="just"/>
            <a:endParaRPr lang="en-US" sz="1800" dirty="0">
              <a:latin typeface="Times New Roman" panose="02020603050405020304" pitchFamily="18" charset="0"/>
              <a:ea typeface="Calibri"/>
              <a:cs typeface="Times New Roman" panose="02020603050405020304" pitchFamily="18" charset="0"/>
            </a:endParaRPr>
          </a:p>
          <a:p>
            <a:pPr algn="just"/>
            <a:r>
              <a:rPr lang="en-US" sz="1800" dirty="0">
                <a:latin typeface="Times New Roman" panose="02020603050405020304" pitchFamily="18" charset="0"/>
                <a:ea typeface="Calibri"/>
                <a:cs typeface="Times New Roman" panose="02020603050405020304" pitchFamily="18" charset="0"/>
              </a:rPr>
              <a:t>NO_CM shifts focus to vehicles (419 fixations) and buildings, while increasing attention to distractions like ads and tech.</a:t>
            </a:r>
          </a:p>
          <a:p>
            <a:pPr algn="just"/>
            <a:endParaRPr lang="en-US" sz="1800" dirty="0">
              <a:latin typeface="Times New Roman" panose="02020603050405020304" pitchFamily="18" charset="0"/>
              <a:ea typeface="Calibri"/>
              <a:cs typeface="Times New Roman" panose="02020603050405020304" pitchFamily="18" charset="0"/>
            </a:endParaRPr>
          </a:p>
          <a:p>
            <a:pPr algn="just"/>
            <a:r>
              <a:rPr lang="en-US" sz="1800" dirty="0">
                <a:latin typeface="Times New Roman" panose="02020603050405020304" pitchFamily="18" charset="0"/>
                <a:ea typeface="Calibri"/>
                <a:cs typeface="Times New Roman" panose="02020603050405020304" pitchFamily="18" charset="0"/>
              </a:rPr>
              <a:t>PG participants show the highest fixation activity in both conditions, but their gaze is better directed under IC.</a:t>
            </a:r>
          </a:p>
          <a:p>
            <a:pPr algn="just"/>
            <a:endParaRPr lang="en-US" sz="1800" dirty="0">
              <a:latin typeface="Times New Roman" panose="02020603050405020304" pitchFamily="18" charset="0"/>
              <a:ea typeface="Calibri"/>
              <a:cs typeface="Times New Roman" panose="02020603050405020304" pitchFamily="18" charset="0"/>
            </a:endParaRPr>
          </a:p>
          <a:p>
            <a:pPr algn="just"/>
            <a:r>
              <a:rPr lang="en-US" sz="1800" dirty="0">
                <a:latin typeface="Times New Roman" panose="02020603050405020304" pitchFamily="18" charset="0"/>
                <a:ea typeface="Calibri"/>
                <a:cs typeface="Times New Roman" panose="02020603050405020304" pitchFamily="18" charset="0"/>
              </a:rPr>
              <a:t>IC significantly enhances fixation consistency on safety-critical elements, reducing distraction across education levels. In contrast, NO_CM environments lead to scattered, less efficient gaze behavior, especially in UG and schooling-level participants.</a:t>
            </a:r>
          </a:p>
        </p:txBody>
      </p:sp>
    </p:spTree>
    <p:extLst>
      <p:ext uri="{BB962C8B-B14F-4D97-AF65-F5344CB8AC3E}">
        <p14:creationId xmlns:p14="http://schemas.microsoft.com/office/powerpoint/2010/main" val="13795290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F9C5F-5DE9-702D-FF64-B09B7853B564}"/>
              </a:ext>
            </a:extLst>
          </p:cNvPr>
          <p:cNvSpPr>
            <a:spLocks noGrp="1"/>
          </p:cNvSpPr>
          <p:nvPr>
            <p:ph type="title"/>
          </p:nvPr>
        </p:nvSpPr>
        <p:spPr/>
        <p:txBody>
          <a:bodyPr/>
          <a:lstStyle/>
          <a:p>
            <a:r>
              <a:rPr lang="en-US" err="1">
                <a:ea typeface="Calibri"/>
                <a:cs typeface="Calibri"/>
              </a:rPr>
              <a:t>Avg_Fix_Dur</a:t>
            </a:r>
            <a:r>
              <a:rPr lang="en-US">
                <a:ea typeface="Calibri"/>
                <a:cs typeface="Calibri"/>
              </a:rPr>
              <a:t>(</a:t>
            </a:r>
            <a:r>
              <a:rPr lang="en-US" err="1">
                <a:ea typeface="Calibri"/>
                <a:cs typeface="Calibri"/>
              </a:rPr>
              <a:t>ms</a:t>
            </a:r>
            <a:r>
              <a:rPr lang="en-US">
                <a:ea typeface="Calibri"/>
                <a:cs typeface="Calibri"/>
              </a:rPr>
              <a:t>) vs Type of AOI</a:t>
            </a:r>
            <a:endParaRPr lang="en-US"/>
          </a:p>
        </p:txBody>
      </p:sp>
      <p:pic>
        <p:nvPicPr>
          <p:cNvPr id="4" name="Content Placeholder 3" descr="A graph of different colored bars&#10;&#10;AI-generated content may be incorrect.">
            <a:extLst>
              <a:ext uri="{FF2B5EF4-FFF2-40B4-BE49-F238E27FC236}">
                <a16:creationId xmlns:a16="http://schemas.microsoft.com/office/drawing/2014/main" id="{B6D857F3-B2FB-8505-8A35-4A59AFCD89D5}"/>
              </a:ext>
            </a:extLst>
          </p:cNvPr>
          <p:cNvPicPr>
            <a:picLocks noGrp="1" noChangeAspect="1"/>
          </p:cNvPicPr>
          <p:nvPr>
            <p:ph sz="half" idx="2"/>
          </p:nvPr>
        </p:nvPicPr>
        <p:blipFill>
          <a:blip r:embed="rId2"/>
          <a:stretch>
            <a:fillRect/>
          </a:stretch>
        </p:blipFill>
        <p:spPr>
          <a:xfrm>
            <a:off x="522810" y="1157911"/>
            <a:ext cx="8381998" cy="5012460"/>
          </a:xfrm>
        </p:spPr>
      </p:pic>
    </p:spTree>
    <p:extLst>
      <p:ext uri="{BB962C8B-B14F-4D97-AF65-F5344CB8AC3E}">
        <p14:creationId xmlns:p14="http://schemas.microsoft.com/office/powerpoint/2010/main" val="14753870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93F8E-2FDE-A301-E134-9EB981B7C8A4}"/>
              </a:ext>
            </a:extLst>
          </p:cNvPr>
          <p:cNvSpPr>
            <a:spLocks noGrp="1"/>
          </p:cNvSpPr>
          <p:nvPr>
            <p:ph type="title"/>
          </p:nvPr>
        </p:nvSpPr>
        <p:spPr/>
        <p:txBody>
          <a:bodyPr/>
          <a:lstStyle/>
          <a:p>
            <a:r>
              <a:rPr lang="en-US" err="1">
                <a:ea typeface="Calibri"/>
                <a:cs typeface="Calibri"/>
              </a:rPr>
              <a:t>Avg_Fix_Dur</a:t>
            </a:r>
            <a:r>
              <a:rPr lang="en-US">
                <a:ea typeface="Calibri"/>
                <a:cs typeface="Calibri"/>
              </a:rPr>
              <a:t>(</a:t>
            </a:r>
            <a:r>
              <a:rPr lang="en-US" err="1">
                <a:ea typeface="Calibri"/>
                <a:cs typeface="Calibri"/>
              </a:rPr>
              <a:t>ms</a:t>
            </a:r>
            <a:r>
              <a:rPr lang="en-US">
                <a:ea typeface="Calibri"/>
                <a:cs typeface="Calibri"/>
              </a:rPr>
              <a:t>) vs Type of AOI</a:t>
            </a:r>
            <a:endParaRPr lang="en-US"/>
          </a:p>
        </p:txBody>
      </p:sp>
      <p:pic>
        <p:nvPicPr>
          <p:cNvPr id="7" name="Content Placeholder 6" descr="A graph of different colored bars&#10;&#10;AI-generated content may be incorrect.">
            <a:extLst>
              <a:ext uri="{FF2B5EF4-FFF2-40B4-BE49-F238E27FC236}">
                <a16:creationId xmlns:a16="http://schemas.microsoft.com/office/drawing/2014/main" id="{C11630B0-752D-7CC3-7C5C-F82B3A0EBB30}"/>
              </a:ext>
            </a:extLst>
          </p:cNvPr>
          <p:cNvPicPr>
            <a:picLocks noGrp="1" noChangeAspect="1"/>
          </p:cNvPicPr>
          <p:nvPr>
            <p:ph sz="half" idx="2"/>
          </p:nvPr>
        </p:nvPicPr>
        <p:blipFill>
          <a:blip r:embed="rId2"/>
          <a:stretch>
            <a:fillRect/>
          </a:stretch>
        </p:blipFill>
        <p:spPr>
          <a:xfrm>
            <a:off x="847398" y="1565592"/>
            <a:ext cx="7753864" cy="4398867"/>
          </a:xfrm>
        </p:spPr>
      </p:pic>
    </p:spTree>
    <p:extLst>
      <p:ext uri="{BB962C8B-B14F-4D97-AF65-F5344CB8AC3E}">
        <p14:creationId xmlns:p14="http://schemas.microsoft.com/office/powerpoint/2010/main" val="18864581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D8F11-9E23-E591-6578-E79F5C57BD5B}"/>
              </a:ext>
            </a:extLst>
          </p:cNvPr>
          <p:cNvSpPr>
            <a:spLocks noGrp="1"/>
          </p:cNvSpPr>
          <p:nvPr>
            <p:ph type="title"/>
          </p:nvPr>
        </p:nvSpPr>
        <p:spPr/>
        <p:txBody>
          <a:bodyPr/>
          <a:lstStyle/>
          <a:p>
            <a:r>
              <a:rPr lang="en-US" dirty="0" err="1">
                <a:latin typeface="Times New Roman" panose="02020603050405020304" pitchFamily="18" charset="0"/>
                <a:ea typeface="Calibri"/>
                <a:cs typeface="Times New Roman" panose="02020603050405020304" pitchFamily="18" charset="0"/>
              </a:rPr>
              <a:t>Avg_Fix_Dur</a:t>
            </a:r>
            <a:r>
              <a:rPr lang="en-US" dirty="0">
                <a:latin typeface="Times New Roman" panose="02020603050405020304" pitchFamily="18" charset="0"/>
                <a:ea typeface="Calibri"/>
                <a:cs typeface="Times New Roman" panose="02020603050405020304" pitchFamily="18" charset="0"/>
              </a:rPr>
              <a:t>(ms) vs Type of AOI </a:t>
            </a:r>
          </a:p>
        </p:txBody>
      </p:sp>
      <p:sp>
        <p:nvSpPr>
          <p:cNvPr id="3" name="Content Placeholder 2">
            <a:extLst>
              <a:ext uri="{FF2B5EF4-FFF2-40B4-BE49-F238E27FC236}">
                <a16:creationId xmlns:a16="http://schemas.microsoft.com/office/drawing/2014/main" id="{EE55880C-BA02-51DE-3292-DCED724AD131}"/>
              </a:ext>
            </a:extLst>
          </p:cNvPr>
          <p:cNvSpPr>
            <a:spLocks noGrp="1"/>
          </p:cNvSpPr>
          <p:nvPr>
            <p:ph sz="half" idx="2"/>
          </p:nvPr>
        </p:nvSpPr>
        <p:spPr/>
        <p:txBody>
          <a:bodyPr/>
          <a:lstStyle/>
          <a:p>
            <a:pPr>
              <a:buFont typeface="Calibri" charset="0"/>
              <a:buChar char="-"/>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IC (Illuminated Crosswalk):</a:t>
            </a:r>
            <a:endParaRPr lang="en-US" sz="1800" dirty="0">
              <a:latin typeface="Times New Roman" panose="02020603050405020304" pitchFamily="18" charset="0"/>
              <a:cs typeface="Times New Roman" panose="02020603050405020304" pitchFamily="18" charset="0"/>
            </a:endParaRPr>
          </a:p>
          <a:p>
            <a:pPr>
              <a:buFont typeface="Calibri" charset="0"/>
              <a:buChar char="-"/>
            </a:pPr>
            <a:r>
              <a:rPr lang="en-US" sz="1800" b="1" dirty="0">
                <a:latin typeface="Times New Roman" panose="02020603050405020304" pitchFamily="18" charset="0"/>
                <a:cs typeface="Times New Roman" panose="02020603050405020304" pitchFamily="18" charset="0"/>
              </a:rPr>
              <a:t>Road elements (432 ms)</a:t>
            </a:r>
            <a:r>
              <a:rPr lang="en-US" sz="1800" dirty="0">
                <a:latin typeface="Times New Roman" panose="02020603050405020304" pitchFamily="18" charset="0"/>
                <a:cs typeface="Times New Roman" panose="02020603050405020304" pitchFamily="18" charset="0"/>
              </a:rPr>
              <a:t> and </a:t>
            </a:r>
            <a:r>
              <a:rPr lang="en-US" sz="1800" b="1" dirty="0">
                <a:latin typeface="Times New Roman" panose="02020603050405020304" pitchFamily="18" charset="0"/>
                <a:cs typeface="Times New Roman" panose="02020603050405020304" pitchFamily="18" charset="0"/>
              </a:rPr>
              <a:t>signals (471 ms)</a:t>
            </a:r>
            <a:r>
              <a:rPr lang="en-US" sz="1800" dirty="0">
                <a:latin typeface="Times New Roman" panose="02020603050405020304" pitchFamily="18" charset="0"/>
                <a:cs typeface="Times New Roman" panose="02020603050405020304" pitchFamily="18" charset="0"/>
              </a:rPr>
              <a:t> receive the longest attention, showing effective guidance.</a:t>
            </a:r>
          </a:p>
          <a:p>
            <a:pPr>
              <a:buFont typeface="Calibri" charset="0"/>
              <a:buChar char="-"/>
            </a:pPr>
            <a:r>
              <a:rPr lang="en-US" sz="1800" dirty="0">
                <a:latin typeface="Times New Roman" panose="02020603050405020304" pitchFamily="18" charset="0"/>
                <a:cs typeface="Times New Roman" panose="02020603050405020304" pitchFamily="18" charset="0"/>
              </a:rPr>
              <a:t>Distractions like </a:t>
            </a:r>
            <a:r>
              <a:rPr lang="en-US" sz="1800" b="1" dirty="0">
                <a:latin typeface="Times New Roman" panose="02020603050405020304" pitchFamily="18" charset="0"/>
                <a:cs typeface="Times New Roman" panose="02020603050405020304" pitchFamily="18" charset="0"/>
              </a:rPr>
              <a:t>tech (228–459 ms)</a:t>
            </a:r>
            <a:r>
              <a:rPr lang="en-US" sz="1800" dirty="0">
                <a:latin typeface="Times New Roman" panose="02020603050405020304" pitchFamily="18" charset="0"/>
                <a:cs typeface="Times New Roman" panose="02020603050405020304" pitchFamily="18" charset="0"/>
              </a:rPr>
              <a:t> and </a:t>
            </a:r>
            <a:r>
              <a:rPr lang="en-US" sz="1800" b="1" dirty="0">
                <a:latin typeface="Times New Roman" panose="02020603050405020304" pitchFamily="18" charset="0"/>
                <a:cs typeface="Times New Roman" panose="02020603050405020304" pitchFamily="18" charset="0"/>
              </a:rPr>
              <a:t>ads (270–406 ms)</a:t>
            </a:r>
            <a:r>
              <a:rPr lang="en-US" sz="1800" dirty="0">
                <a:latin typeface="Times New Roman" panose="02020603050405020304" pitchFamily="18" charset="0"/>
                <a:cs typeface="Times New Roman" panose="02020603050405020304" pitchFamily="18" charset="0"/>
              </a:rPr>
              <a:t> have limited impact due to focused gaze.</a:t>
            </a:r>
          </a:p>
          <a:p>
            <a:pPr>
              <a:buFont typeface="Calibri" charset="0"/>
              <a:buChar char="-"/>
            </a:pPr>
            <a:r>
              <a:rPr lang="en-US" sz="1800" b="1" dirty="0">
                <a:latin typeface="Times New Roman" panose="02020603050405020304" pitchFamily="18" charset="0"/>
                <a:cs typeface="Times New Roman" panose="02020603050405020304" pitchFamily="18" charset="0"/>
              </a:rPr>
              <a:t>TXT and TLK</a:t>
            </a:r>
            <a:r>
              <a:rPr lang="en-US" sz="1800" dirty="0">
                <a:latin typeface="Times New Roman" panose="02020603050405020304" pitchFamily="18" charset="0"/>
                <a:cs typeface="Times New Roman" panose="02020603050405020304" pitchFamily="18" charset="0"/>
              </a:rPr>
              <a:t> still raise AFD on non-critical areas (e.g., fellow pedestrians: 417 ms under TXT).</a:t>
            </a:r>
          </a:p>
          <a:p>
            <a:pPr>
              <a:buFont typeface="Calibri" charset="0"/>
              <a:buChar char="-"/>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NO_CM (No Countermeasure):</a:t>
            </a:r>
            <a:endParaRPr lang="en-US" sz="1800" dirty="0">
              <a:latin typeface="Times New Roman" panose="02020603050405020304" pitchFamily="18" charset="0"/>
              <a:cs typeface="Times New Roman" panose="02020603050405020304" pitchFamily="18" charset="0"/>
            </a:endParaRPr>
          </a:p>
          <a:p>
            <a:pPr>
              <a:buFont typeface="Calibri" charset="0"/>
              <a:buChar char="-"/>
            </a:pPr>
            <a:r>
              <a:rPr lang="en-US" sz="1800" dirty="0">
                <a:latin typeface="Times New Roman" panose="02020603050405020304" pitchFamily="18" charset="0"/>
                <a:cs typeface="Times New Roman" panose="02020603050405020304" pitchFamily="18" charset="0"/>
              </a:rPr>
              <a:t>AFD is more scattered — </a:t>
            </a:r>
            <a:r>
              <a:rPr lang="en-US" sz="1800" b="1" dirty="0">
                <a:latin typeface="Times New Roman" panose="02020603050405020304" pitchFamily="18" charset="0"/>
                <a:cs typeface="Times New Roman" panose="02020603050405020304" pitchFamily="18" charset="0"/>
              </a:rPr>
              <a:t>ads (487 ms)</a:t>
            </a:r>
            <a:r>
              <a:rPr lang="en-US" sz="1800" dirty="0">
                <a:latin typeface="Times New Roman" panose="02020603050405020304" pitchFamily="18" charset="0"/>
                <a:cs typeface="Times New Roman" panose="02020603050405020304" pitchFamily="18" charset="0"/>
              </a:rPr>
              <a:t> and </a:t>
            </a:r>
            <a:r>
              <a:rPr lang="en-US" sz="1800" b="1" dirty="0">
                <a:latin typeface="Times New Roman" panose="02020603050405020304" pitchFamily="18" charset="0"/>
                <a:cs typeface="Times New Roman" panose="02020603050405020304" pitchFamily="18" charset="0"/>
              </a:rPr>
              <a:t>tech (up to 479 ms)</a:t>
            </a:r>
            <a:r>
              <a:rPr lang="en-US" sz="1800" dirty="0">
                <a:latin typeface="Times New Roman" panose="02020603050405020304" pitchFamily="18" charset="0"/>
                <a:cs typeface="Times New Roman" panose="02020603050405020304" pitchFamily="18" charset="0"/>
              </a:rPr>
              <a:t> dominate in BB and LM conditions.</a:t>
            </a:r>
          </a:p>
          <a:p>
            <a:pPr>
              <a:buFont typeface="Calibri" charset="0"/>
              <a:buChar char="-"/>
            </a:pPr>
            <a:r>
              <a:rPr lang="en-US" sz="1800" dirty="0">
                <a:latin typeface="Times New Roman" panose="02020603050405020304" pitchFamily="18" charset="0"/>
                <a:cs typeface="Times New Roman" panose="02020603050405020304" pitchFamily="18" charset="0"/>
              </a:rPr>
              <a:t>Safety cues like </a:t>
            </a:r>
            <a:r>
              <a:rPr lang="en-US" sz="1800" b="1" dirty="0">
                <a:latin typeface="Times New Roman" panose="02020603050405020304" pitchFamily="18" charset="0"/>
                <a:cs typeface="Times New Roman" panose="02020603050405020304" pitchFamily="18" charset="0"/>
              </a:rPr>
              <a:t>road elements</a:t>
            </a:r>
            <a:r>
              <a:rPr lang="en-US" sz="1800" dirty="0">
                <a:latin typeface="Times New Roman" panose="02020603050405020304" pitchFamily="18" charset="0"/>
                <a:cs typeface="Times New Roman" panose="02020603050405020304" pitchFamily="18" charset="0"/>
              </a:rPr>
              <a:t> (as low as 346 ms) are less prioritized.</a:t>
            </a:r>
          </a:p>
          <a:p>
            <a:pPr>
              <a:buFont typeface="Calibri" charset="0"/>
              <a:buChar char="-"/>
            </a:pPr>
            <a:r>
              <a:rPr lang="en-US" sz="1800" b="1" dirty="0">
                <a:latin typeface="Times New Roman" panose="02020603050405020304" pitchFamily="18" charset="0"/>
                <a:cs typeface="Times New Roman" panose="02020603050405020304" pitchFamily="18" charset="0"/>
              </a:rPr>
              <a:t>TXT and TLK</a:t>
            </a:r>
            <a:r>
              <a:rPr lang="en-US" sz="1800" dirty="0">
                <a:latin typeface="Times New Roman" panose="02020603050405020304" pitchFamily="18" charset="0"/>
                <a:cs typeface="Times New Roman" panose="02020603050405020304" pitchFamily="18" charset="0"/>
              </a:rPr>
              <a:t> cause major shifts to </a:t>
            </a:r>
            <a:r>
              <a:rPr lang="en-US" sz="1800" b="1" dirty="0">
                <a:latin typeface="Times New Roman" panose="02020603050405020304" pitchFamily="18" charset="0"/>
                <a:cs typeface="Times New Roman" panose="02020603050405020304" pitchFamily="18" charset="0"/>
              </a:rPr>
              <a:t>fellow pedestrians (484 ms)</a:t>
            </a:r>
            <a:r>
              <a:rPr lang="en-US" sz="1800" dirty="0">
                <a:latin typeface="Times New Roman" panose="02020603050405020304" pitchFamily="18" charset="0"/>
                <a:cs typeface="Times New Roman" panose="02020603050405020304" pitchFamily="18" charset="0"/>
              </a:rPr>
              <a:t> and </a:t>
            </a:r>
            <a:r>
              <a:rPr lang="en-US" sz="1800" b="1" dirty="0">
                <a:latin typeface="Times New Roman" panose="02020603050405020304" pitchFamily="18" charset="0"/>
                <a:cs typeface="Times New Roman" panose="02020603050405020304" pitchFamily="18" charset="0"/>
              </a:rPr>
              <a:t>sign boards (480 ms)</a:t>
            </a:r>
            <a:r>
              <a:rPr lang="en-US" sz="1800" dirty="0">
                <a:latin typeface="Times New Roman" panose="02020603050405020304" pitchFamily="18" charset="0"/>
                <a:cs typeface="Times New Roman" panose="02020603050405020304" pitchFamily="18" charset="0"/>
              </a:rPr>
              <a:t>.</a:t>
            </a:r>
          </a:p>
          <a:p>
            <a:pPr>
              <a:buFont typeface="Calibri" charset="0"/>
              <a:buChar char="-"/>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68805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5649-5F43-7BF1-5A35-ACA94EB9F6D8}"/>
              </a:ext>
            </a:extLst>
          </p:cNvPr>
          <p:cNvSpPr>
            <a:spLocks noGrp="1"/>
          </p:cNvSpPr>
          <p:nvPr>
            <p:ph type="title"/>
          </p:nvPr>
        </p:nvSpPr>
        <p:spPr/>
        <p:txBody>
          <a:bodyPr/>
          <a:lstStyle/>
          <a:p>
            <a:r>
              <a:rPr lang="en-US" dirty="0">
                <a:ea typeface="Calibri"/>
                <a:cs typeface="Calibri"/>
              </a:rPr>
              <a:t>Conclusion</a:t>
            </a:r>
            <a:endParaRPr lang="en-US" dirty="0"/>
          </a:p>
        </p:txBody>
      </p:sp>
      <p:sp>
        <p:nvSpPr>
          <p:cNvPr id="3" name="Content Placeholder 2">
            <a:extLst>
              <a:ext uri="{FF2B5EF4-FFF2-40B4-BE49-F238E27FC236}">
                <a16:creationId xmlns:a16="http://schemas.microsoft.com/office/drawing/2014/main" id="{69AAE4BB-5195-3B4C-4893-18051FBA4496}"/>
              </a:ext>
            </a:extLst>
          </p:cNvPr>
          <p:cNvSpPr>
            <a:spLocks noGrp="1"/>
          </p:cNvSpPr>
          <p:nvPr>
            <p:ph sz="half" idx="2"/>
          </p:nvPr>
        </p:nvSpPr>
        <p:spPr/>
        <p:txBody>
          <a:bodyPr/>
          <a:lstStyle/>
          <a:p>
            <a:pPr algn="just"/>
            <a:r>
              <a:rPr lang="en-US" sz="1800" dirty="0">
                <a:latin typeface="Times New Roman"/>
                <a:ea typeface="Calibri"/>
                <a:cs typeface="Calibri"/>
              </a:rPr>
              <a:t>Illuminated Crosswalks (IC) significantly improve pedestrian situational awareness by increasing focus on road elements (up to 56%) and reducing attention to distractions like ads and fellow pedestrians.</a:t>
            </a:r>
            <a:endParaRPr lang="en-US" sz="1800" dirty="0">
              <a:latin typeface="Times New Roman"/>
            </a:endParaRPr>
          </a:p>
          <a:p>
            <a:pPr algn="just"/>
            <a:endParaRPr lang="en-US" sz="1800" dirty="0">
              <a:latin typeface="Times New Roman"/>
              <a:ea typeface="Calibri"/>
            </a:endParaRPr>
          </a:p>
          <a:p>
            <a:pPr algn="just"/>
            <a:r>
              <a:rPr lang="en-US" sz="1800" dirty="0">
                <a:latin typeface="Times New Roman"/>
                <a:ea typeface="Calibri"/>
                <a:cs typeface="Calibri"/>
              </a:rPr>
              <a:t>Under No Countermeasure (NO_CM), pedestrians show scattered gaze behavior, with increased fixation on irrelevant AOIs, leading to reduced safety.</a:t>
            </a:r>
          </a:p>
          <a:p>
            <a:pPr algn="just"/>
            <a:endParaRPr lang="en-US" sz="1800" dirty="0">
              <a:latin typeface="Times New Roman"/>
              <a:ea typeface="Calibri"/>
            </a:endParaRPr>
          </a:p>
          <a:p>
            <a:pPr algn="just"/>
            <a:r>
              <a:rPr lang="en-US" sz="1800" dirty="0">
                <a:latin typeface="Times New Roman"/>
                <a:ea typeface="Calibri"/>
                <a:cs typeface="Calibri"/>
              </a:rPr>
              <a:t>IC mitigates the impact of distractions (e.g., texting, phone calls, music), guiding attention toward critical areas like signals and vehicles.</a:t>
            </a:r>
          </a:p>
          <a:p>
            <a:pPr algn="just"/>
            <a:endParaRPr lang="en-US" sz="1800" dirty="0">
              <a:latin typeface="Times New Roman"/>
              <a:ea typeface="Calibri"/>
            </a:endParaRPr>
          </a:p>
          <a:p>
            <a:pPr algn="just"/>
            <a:r>
              <a:rPr lang="en-US" sz="1800" dirty="0">
                <a:latin typeface="Times New Roman"/>
                <a:ea typeface="Calibri"/>
                <a:cs typeface="Calibri"/>
              </a:rPr>
              <a:t>Across all education levels, IC leads to more structured and safety-oriented gaze patterns, proving its effectiveness as a low-effort, high-impact safety intervention.</a:t>
            </a:r>
          </a:p>
        </p:txBody>
      </p:sp>
    </p:spTree>
    <p:extLst>
      <p:ext uri="{BB962C8B-B14F-4D97-AF65-F5344CB8AC3E}">
        <p14:creationId xmlns:p14="http://schemas.microsoft.com/office/powerpoint/2010/main" val="41688302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1854C-B1CA-8645-64B5-D21163CBE9A6}"/>
              </a:ext>
            </a:extLst>
          </p:cNvPr>
          <p:cNvSpPr>
            <a:spLocks noGrp="1"/>
          </p:cNvSpPr>
          <p:nvPr>
            <p:ph type="title"/>
          </p:nvPr>
        </p:nvSpPr>
        <p:spPr/>
        <p:txBody>
          <a:bodyPr/>
          <a:lstStyle/>
          <a:p>
            <a:r>
              <a:rPr lang="en-US" dirty="0">
                <a:ea typeface="Calibri"/>
                <a:cs typeface="Calibri"/>
              </a:rPr>
              <a:t>References</a:t>
            </a:r>
            <a:endParaRPr lang="en-US" dirty="0"/>
          </a:p>
        </p:txBody>
      </p:sp>
      <p:sp>
        <p:nvSpPr>
          <p:cNvPr id="3" name="Content Placeholder 2">
            <a:extLst>
              <a:ext uri="{FF2B5EF4-FFF2-40B4-BE49-F238E27FC236}">
                <a16:creationId xmlns:a16="http://schemas.microsoft.com/office/drawing/2014/main" id="{D1193A77-094E-E7D9-BF67-DCA5D29C5836}"/>
              </a:ext>
            </a:extLst>
          </p:cNvPr>
          <p:cNvSpPr>
            <a:spLocks noGrp="1"/>
          </p:cNvSpPr>
          <p:nvPr>
            <p:ph sz="half" idx="2"/>
          </p:nvPr>
        </p:nvSpPr>
        <p:spPr/>
        <p:txBody>
          <a:bodyPr/>
          <a:lstStyle/>
          <a:p>
            <a:r>
              <a:rPr lang="en-US" sz="1800" dirty="0">
                <a:latin typeface="Calibri"/>
                <a:ea typeface="Calibri"/>
                <a:cs typeface="Times New Roman"/>
                <a:hlinkClick r:id="rId2"/>
              </a:rPr>
              <a:t>https://www.sciencedirect.com/science/article/pii/S0001457524004573#f0015</a:t>
            </a:r>
            <a:endParaRPr lang="en-US" sz="1800" dirty="0">
              <a:latin typeface="Calibri"/>
              <a:ea typeface="Calibri"/>
            </a:endParaRPr>
          </a:p>
          <a:p>
            <a:endParaRPr lang="en-US" sz="3600" dirty="0">
              <a:latin typeface="Calibri"/>
              <a:ea typeface="Calibri"/>
            </a:endParaRPr>
          </a:p>
          <a:p>
            <a:r>
              <a:rPr lang="en-IN" sz="1800" dirty="0">
                <a:latin typeface="Calibri"/>
                <a:ea typeface="Calibri"/>
                <a:cs typeface="Times New Roman"/>
                <a:hlinkClick r:id="rId3"/>
              </a:rPr>
              <a:t>Endsley, M. R. (1995). </a:t>
            </a:r>
            <a:r>
              <a:rPr lang="en-IN" sz="1800" i="1" dirty="0">
                <a:latin typeface="Calibri"/>
                <a:ea typeface="Calibri"/>
                <a:cs typeface="Times New Roman"/>
                <a:hlinkClick r:id="rId3"/>
              </a:rPr>
              <a:t>Toward a theory of situation awareness in dynamic systems.</a:t>
            </a:r>
            <a:r>
              <a:rPr lang="en-IN" sz="1800" dirty="0">
                <a:latin typeface="Calibri"/>
                <a:ea typeface="Calibri"/>
                <a:cs typeface="Times New Roman"/>
                <a:hlinkClick r:id="rId3"/>
              </a:rPr>
              <a:t> Human Factors, 37(1), 32–64.</a:t>
            </a:r>
            <a:endParaRPr lang="en-US" sz="1800" dirty="0">
              <a:latin typeface="Calibri"/>
              <a:ea typeface="Calibri"/>
            </a:endParaRPr>
          </a:p>
          <a:p>
            <a:endParaRPr lang="en-US" sz="3600" dirty="0">
              <a:latin typeface="Calibri"/>
              <a:ea typeface="Calibri"/>
            </a:endParaRPr>
          </a:p>
          <a:p>
            <a:r>
              <a:rPr lang="en-US" sz="1800" dirty="0">
                <a:latin typeface="Calibri"/>
                <a:ea typeface="Calibri"/>
                <a:cs typeface="Times New Roman"/>
                <a:hlinkClick r:id="rId3"/>
              </a:rPr>
              <a:t>Oxley, J., Ihsen, E., Fildes, B., Charlton, J., &amp; Day, R. (2005). </a:t>
            </a:r>
            <a:r>
              <a:rPr lang="en-US" sz="1800" i="1" dirty="0">
                <a:latin typeface="Calibri"/>
                <a:ea typeface="Calibri"/>
                <a:cs typeface="Times New Roman"/>
                <a:hlinkClick r:id="rId3"/>
              </a:rPr>
              <a:t>Crossing roads safely: An experimental study of age differences in gap selection by pedestrians.</a:t>
            </a:r>
            <a:r>
              <a:rPr lang="en-US" sz="1800" dirty="0">
                <a:latin typeface="Calibri"/>
                <a:ea typeface="Calibri"/>
                <a:cs typeface="Times New Roman"/>
                <a:hlinkClick r:id="rId3"/>
              </a:rPr>
              <a:t> Accident Analysis &amp; Prevention, 37(5), 962–971.</a:t>
            </a:r>
            <a:endParaRPr lang="en-US" sz="1800" dirty="0">
              <a:latin typeface="Calibri"/>
              <a:ea typeface="Calibri"/>
            </a:endParaRPr>
          </a:p>
          <a:p>
            <a:endParaRPr lang="en-US" dirty="0"/>
          </a:p>
        </p:txBody>
      </p:sp>
    </p:spTree>
    <p:extLst>
      <p:ext uri="{BB962C8B-B14F-4D97-AF65-F5344CB8AC3E}">
        <p14:creationId xmlns:p14="http://schemas.microsoft.com/office/powerpoint/2010/main" val="24267861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Calibri"/>
                <a:cs typeface="Calibri"/>
              </a:rPr>
              <a:t>Thank You</a:t>
            </a:r>
            <a:endParaRPr lang="en-US" dirty="0"/>
          </a:p>
        </p:txBody>
      </p:sp>
    </p:spTree>
    <p:extLst>
      <p:ext uri="{BB962C8B-B14F-4D97-AF65-F5344CB8AC3E}">
        <p14:creationId xmlns:p14="http://schemas.microsoft.com/office/powerpoint/2010/main" val="4167977639"/>
      </p:ext>
    </p:extLst>
  </p:cSld>
  <p:clrMapOvr>
    <a:masterClrMapping/>
  </p:clrMapOvr>
</p:sld>
</file>

<file path=ppt/theme/theme1.xml><?xml version="1.0" encoding="utf-8"?>
<a:theme xmlns:a="http://schemas.openxmlformats.org/drawingml/2006/main" name="IITR_PPT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IITR_template_sudiproy.pptx" id="{E7BE3218-A97E-4E6F-BE9F-92D6192B2CD5}" vid="{3EDE8FBA-E8F1-4B0B-AEA8-7DC234A91AE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IITR_template_sudiproy</Template>
  <TotalTime>2071</TotalTime>
  <Words>1527</Words>
  <Application>Microsoft Office PowerPoint</Application>
  <PresentationFormat>On-screen Show (4:3)</PresentationFormat>
  <Paragraphs>153</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Arial,Sans-Serif</vt:lpstr>
      <vt:lpstr>Calibri</vt:lpstr>
      <vt:lpstr>Franklin Gothic Demi</vt:lpstr>
      <vt:lpstr>Times New Roman</vt:lpstr>
      <vt:lpstr>IITR_PPT_Template</vt:lpstr>
      <vt:lpstr>CEN-300:Practical Problem</vt:lpstr>
      <vt:lpstr>Index</vt:lpstr>
      <vt:lpstr>Introduction</vt:lpstr>
      <vt:lpstr>Pedestrian Simulator</vt:lpstr>
      <vt:lpstr>Conditions of Experiment</vt:lpstr>
      <vt:lpstr>Conditions of Experiment</vt:lpstr>
      <vt:lpstr>Activities Recorded</vt:lpstr>
      <vt:lpstr>Data Extraction</vt:lpstr>
      <vt:lpstr>Areas of Interest(AOIs)</vt:lpstr>
      <vt:lpstr>Data Extraction</vt:lpstr>
      <vt:lpstr>Data Extraction</vt:lpstr>
      <vt:lpstr>Data Transformation</vt:lpstr>
      <vt:lpstr>Data Description</vt:lpstr>
      <vt:lpstr>Results</vt:lpstr>
      <vt:lpstr>PowerPoint Presentation</vt:lpstr>
      <vt:lpstr>Fix_Count by Type of AOI (IC vs NO_CM)</vt:lpstr>
      <vt:lpstr>Fix_Dur(ms)_Baseline (IC vs NO_CM)</vt:lpstr>
      <vt:lpstr>Fix_Dur(ms)_BB</vt:lpstr>
      <vt:lpstr>Fix_Dur(ms)_LM</vt:lpstr>
      <vt:lpstr>Fix_Dur(ms)_TLK</vt:lpstr>
      <vt:lpstr>Fix_Dur(ms)_TXT</vt:lpstr>
      <vt:lpstr>Inference from Pie-Charts</vt:lpstr>
      <vt:lpstr>Inference from Pie-Charts</vt:lpstr>
      <vt:lpstr>Fix_Count by Type of AOI &amp; Education</vt:lpstr>
      <vt:lpstr>PowerPoint Presentation</vt:lpstr>
      <vt:lpstr>Fix_Count by Type of AOI and Education</vt:lpstr>
      <vt:lpstr>Avg_Fix_Dur(ms) vs Type of AOI</vt:lpstr>
      <vt:lpstr>Avg_Fix_Dur(ms) vs Type of AOI</vt:lpstr>
      <vt:lpstr>Avg_Fix_Dur(ms) vs Type of AOI </vt:lpstr>
      <vt:lpstr>Conclusion</vt:lpstr>
      <vt:lpstr>References</vt:lpstr>
      <vt:lpstr>Thank You</vt:lpstr>
    </vt:vector>
  </TitlesOfParts>
  <Manager>Dr. Sudip Roy</Manager>
  <Company>IIT Roorkee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IITR PPT Template</dc:subject>
  <dc:creator>Dr. Sudip Roy</dc:creator>
  <cp:lastModifiedBy>HANSIKA SONI</cp:lastModifiedBy>
  <cp:revision>66</cp:revision>
  <dcterms:created xsi:type="dcterms:W3CDTF">2015-07-18T13:17:54Z</dcterms:created>
  <dcterms:modified xsi:type="dcterms:W3CDTF">2025-05-19T07:25:40Z</dcterms:modified>
  <cp:version>v1</cp:version>
</cp:coreProperties>
</file>